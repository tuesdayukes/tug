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9" r:id="rId4"/>
    <p:sldId id="330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06" r:id="rId1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6" userDrawn="1">
          <p15:clr>
            <a:srgbClr val="A4A3A4"/>
          </p15:clr>
        </p15:guide>
        <p15:guide id="2" pos="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168"/>
      </p:cViewPr>
      <p:guideLst>
        <p:guide orient="horz" pos="2616"/>
        <p:guide pos="4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196" cy="481627"/>
          </a:xfrm>
          <a:prstGeom prst="rect">
            <a:avLst/>
          </a:prstGeom>
        </p:spPr>
        <p:txBody>
          <a:bodyPr vert="horz" lIns="95509" tIns="47755" rIns="95509" bIns="4775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4334" y="0"/>
            <a:ext cx="3169196" cy="481627"/>
          </a:xfrm>
          <a:prstGeom prst="rect">
            <a:avLst/>
          </a:prstGeom>
        </p:spPr>
        <p:txBody>
          <a:bodyPr vert="horz" lIns="95509" tIns="47755" rIns="95509" bIns="47755" rtlCol="0"/>
          <a:lstStyle>
            <a:lvl1pPr algn="r">
              <a:defRPr sz="1300"/>
            </a:lvl1pPr>
          </a:lstStyle>
          <a:p>
            <a:fld id="{8BBBF9F2-02EF-4F8C-8C14-5761E488B19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09" tIns="47755" rIns="95509" bIns="4775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353" y="4619990"/>
            <a:ext cx="5852494" cy="3780441"/>
          </a:xfrm>
          <a:prstGeom prst="rect">
            <a:avLst/>
          </a:prstGeom>
        </p:spPr>
        <p:txBody>
          <a:bodyPr vert="horz" lIns="95509" tIns="47755" rIns="95509" bIns="4775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573"/>
            <a:ext cx="3169196" cy="481627"/>
          </a:xfrm>
          <a:prstGeom prst="rect">
            <a:avLst/>
          </a:prstGeom>
        </p:spPr>
        <p:txBody>
          <a:bodyPr vert="horz" lIns="95509" tIns="47755" rIns="95509" bIns="4775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4334" y="9119573"/>
            <a:ext cx="3169196" cy="481627"/>
          </a:xfrm>
          <a:prstGeom prst="rect">
            <a:avLst/>
          </a:prstGeom>
        </p:spPr>
        <p:txBody>
          <a:bodyPr vert="horz" lIns="95509" tIns="47755" rIns="95509" bIns="47755" rtlCol="0" anchor="b"/>
          <a:lstStyle>
            <a:lvl1pPr algn="r">
              <a:defRPr sz="1300"/>
            </a:lvl1pPr>
          </a:lstStyle>
          <a:p>
            <a:fld id="{1DF38AEC-BB9C-4C8B-9F82-EA1DDE5E6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0125-5EDA-C7BC-4D41-8BEC0BE15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0EF7F-79E1-A9C5-D300-905A9C7C2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B78F-2F1A-4205-83F2-B12AC76B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C8BFB-51BE-5C3E-3400-EFC4B120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97C0C6-0CB2-48C6-B1DB-FF4F49800D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517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77C5-EEA3-C978-E3F0-E4C533FE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3166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FEE5-A4CA-E2ED-FCA9-B2F322019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836"/>
            <a:ext cx="10515600" cy="5050127"/>
          </a:xfrm>
        </p:spPr>
        <p:txBody>
          <a:bodyPr/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3109F-30A9-CA1C-32F8-016C39A5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1FEE4-79FE-0D1A-CC64-AD1BA8A5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B597C0C6-0CB2-48C6-B1DB-FF4F49800D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1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951B-088F-B659-AD21-4B9DF731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80A99-BDEB-76A4-9FED-1656FA285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D3E20-4814-0995-35BA-472AFCA8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00C98-B8E3-30A6-52DE-355AD435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9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23A1-DC75-C133-647D-DB7087A4F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95A5-F23C-CBD9-D9E5-51CDCBB63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14087-A1B6-9758-AAC0-0848E06A3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35FA6-0129-1A92-BB53-0985AEBC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E1ED9-1C21-A37B-EB6E-06838D3B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C176-74F0-0515-57EF-A2654955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744F9-B0E4-0D6C-A8AB-09F9F58A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85934-9ED9-AB2F-27A2-C699E28D3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08DBC-AE94-3BDE-E321-DA673FA3E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9D9F0-06C0-A9B7-E39D-841160AEC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7A418-32C3-7428-D4D5-B7A7EF8D6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93D5F9-8C38-CCDB-FA58-6261365E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7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3A7B-1772-6CAB-D346-85FC2071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1C79A-C458-A544-AE57-C513ABA9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0EA5B-B84E-7A29-6A63-6F0682E2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02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C2C05-0E87-50C9-72A9-33E05655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5F41B-6F34-E1E6-D810-4C0D6B76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2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75DA-E9DB-B73C-1FC6-2E307370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14960-FA10-BEEE-C1C7-A5C9E288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FC361-D188-922E-9317-FBD462F39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3D2BE-A071-681C-AB6F-05DCC8B0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654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9225-740E-298A-D22D-44735623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2FEA5-818A-3553-74AC-6012E39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6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E43C-05B2-812C-872C-89641BFF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88D34A-2F1D-6EEA-32C5-3487DFA6F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F2D0A-0761-7EE7-1A8E-50B4BB4F0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96625-CA01-E379-161F-5E3E222B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4A157-6FC9-AFDC-9805-F3C61515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9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8A11-35FB-0E15-AE49-69E80099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38A11-F4C2-5486-DE19-074F6682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53993-DA95-09C6-EECC-A8330AD2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3F081-D483-B650-EAE7-EA809601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9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5130FB-1D2C-EEC6-9102-C61EA674C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D9199-811A-072C-225F-F76EF5DA6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0B6-DA99-BA3C-344D-4CD6CF61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Tuesday Ukuleles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A227E-2C74-FB09-9E72-833D6511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F0EE7-9DA4-9FC5-B31C-BF426EF1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4BB64-DD45-6603-6E27-B28797F67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B3F67-B23F-2772-F07A-E304B5049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56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E849B-FFF3-741F-3F4C-2CEA619FB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856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597C0C6-0CB2-48C6-B1DB-FF4F49800D63}" type="slidenum">
              <a:rPr lang="en-US" smtClean="0"/>
              <a:pPr/>
              <a:t>‹#›</a:t>
            </a:fld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B13AF-219C-4580-4258-838EDB30C51E}"/>
              </a:ext>
            </a:extLst>
          </p:cNvPr>
          <p:cNvSpPr txBox="1"/>
          <p:nvPr userDrawn="1"/>
        </p:nvSpPr>
        <p:spPr>
          <a:xfrm>
            <a:off x="11222607" y="6529716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14</a:t>
            </a:r>
          </a:p>
        </p:txBody>
      </p:sp>
    </p:spTree>
    <p:extLst>
      <p:ext uri="{BB962C8B-B14F-4D97-AF65-F5344CB8AC3E}">
        <p14:creationId xmlns:p14="http://schemas.microsoft.com/office/powerpoint/2010/main" val="365572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B67521C-8962-8E66-488F-30160B968A8C}"/>
              </a:ext>
            </a:extLst>
          </p:cNvPr>
          <p:cNvSpPr txBox="1"/>
          <p:nvPr/>
        </p:nvSpPr>
        <p:spPr>
          <a:xfrm>
            <a:off x="522215" y="369389"/>
            <a:ext cx="5229830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Wayfaring Stranger </a:t>
            </a:r>
          </a:p>
          <a:p>
            <a:r>
              <a:rPr lang="en-US" sz="2800" b="1" dirty="0"/>
              <a:t>Traditional, early 19</a:t>
            </a:r>
            <a:r>
              <a:rPr lang="en-US" sz="2800" b="1" baseline="30000" dirty="0"/>
              <a:t>th</a:t>
            </a:r>
            <a:r>
              <a:rPr lang="en-US" sz="2800" b="1" dirty="0"/>
              <a:t> century</a:t>
            </a:r>
          </a:p>
          <a:p>
            <a:r>
              <a:rPr lang="en-US" sz="2800" b="1" dirty="0"/>
              <a:t>Robert Earl Keen, 2015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5DFA6B-D4FC-D012-B4D3-5096A5682AE1}"/>
              </a:ext>
            </a:extLst>
          </p:cNvPr>
          <p:cNvSpPr txBox="1"/>
          <p:nvPr/>
        </p:nvSpPr>
        <p:spPr>
          <a:xfrm>
            <a:off x="1273235" y="2612841"/>
            <a:ext cx="3089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Chords in this song: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A90BC5-7D80-C3A2-99D7-7EA9BD968372}"/>
              </a:ext>
            </a:extLst>
          </p:cNvPr>
          <p:cNvSpPr txBox="1"/>
          <p:nvPr/>
        </p:nvSpPr>
        <p:spPr>
          <a:xfrm>
            <a:off x="7713361" y="4238885"/>
            <a:ext cx="311110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Strum for this song:</a:t>
            </a:r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      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56E1A7D0-14B0-A806-B201-A8A2B63D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</a:t>
            </a:fld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F1AF6BA0-CD38-EA76-8CC2-A60F9FBA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5B95E3B-BA74-568E-2BE4-8B6E4BCF5973}"/>
              </a:ext>
            </a:extLst>
          </p:cNvPr>
          <p:cNvSpPr txBox="1">
            <a:spLocks/>
          </p:cNvSpPr>
          <p:nvPr/>
        </p:nvSpPr>
        <p:spPr>
          <a:xfrm>
            <a:off x="838200" y="64856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lang="en-US" sz="120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Revised July 5, 2026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48D06E9-A817-D270-32F2-CF6FFD251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70807" y="4809713"/>
            <a:ext cx="4169405" cy="12470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A245E3-EF3C-2635-3F60-6698B8388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3" r="64274"/>
          <a:stretch>
            <a:fillRect/>
          </a:stretch>
        </p:blipFill>
        <p:spPr>
          <a:xfrm>
            <a:off x="1466529" y="3275684"/>
            <a:ext cx="752997" cy="1398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070049-E081-2E2B-A98F-07C5B643A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2505412" y="3275683"/>
            <a:ext cx="752996" cy="1398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6BDBC4-29BB-0AA9-837C-0AE1F4CFF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4" r="22553"/>
          <a:stretch>
            <a:fillRect/>
          </a:stretch>
        </p:blipFill>
        <p:spPr>
          <a:xfrm>
            <a:off x="3544295" y="3275683"/>
            <a:ext cx="752996" cy="1398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395A36-5A61-69AD-CF2E-AC0209247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92"/>
          <a:stretch>
            <a:fillRect/>
          </a:stretch>
        </p:blipFill>
        <p:spPr>
          <a:xfrm>
            <a:off x="4583178" y="3275683"/>
            <a:ext cx="911681" cy="1398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261064-74B7-7635-DA29-CF9C662A2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420806" y="3275683"/>
            <a:ext cx="759837" cy="1398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EDA9CC-A727-200C-7BC3-72F5F99A7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642" y="1435734"/>
            <a:ext cx="5793345" cy="22567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501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E6AA-6D2E-BD22-B4DB-975FF39A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81F8-E0AE-BE5A-1E29-62436F07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F181E-F0F0-E0BA-EF8E-3D002A4F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31AAC-E8E6-B35D-1D0D-1AA2786D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8222CD-BCDB-A2C9-E973-250F37A0EE77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Am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I’m a poor wayfaring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6CAB9-4ABF-88EF-FA41-265BD980D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3" r="64274"/>
          <a:stretch>
            <a:fillRect/>
          </a:stretch>
        </p:blipFill>
        <p:spPr>
          <a:xfrm>
            <a:off x="3519239" y="3268459"/>
            <a:ext cx="752997" cy="13989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A2B28C-7062-9D6B-28A0-41F0B2705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4874003" y="3268458"/>
            <a:ext cx="752996" cy="13989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F948B0-1B06-D6EA-B76E-AA21E5D22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551221" y="1745945"/>
            <a:ext cx="759837" cy="13989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5BB0ED-00CE-4F4C-FEE6-50D9247E7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4874003" y="1745945"/>
            <a:ext cx="759837" cy="1398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0BBD69-7FF8-DE0F-1404-CA13E9517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196785" y="1745945"/>
            <a:ext cx="759837" cy="1398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575CDF8-571D-99B2-FFD2-99DAEB681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519566" y="1745945"/>
            <a:ext cx="759837" cy="13989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24589D-BDAA-E975-CCF7-F92D0798D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196785" y="3268458"/>
            <a:ext cx="759837" cy="13989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25FD9E-C582-8882-11F0-00A0B7FDA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519566" y="3268458"/>
            <a:ext cx="759837" cy="13989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52677CB-DEB3-9ADD-3C7B-E5E386B7CB54}"/>
              </a:ext>
            </a:extLst>
          </p:cNvPr>
          <p:cNvSpPr txBox="1"/>
          <p:nvPr/>
        </p:nvSpPr>
        <p:spPr>
          <a:xfrm>
            <a:off x="8479420" y="3924827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[HOLD]</a:t>
            </a:r>
          </a:p>
        </p:txBody>
      </p:sp>
    </p:spTree>
    <p:extLst>
      <p:ext uri="{BB962C8B-B14F-4D97-AF65-F5344CB8AC3E}">
        <p14:creationId xmlns:p14="http://schemas.microsoft.com/office/powerpoint/2010/main" val="2033722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5622-7324-5920-4907-43EA0F1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1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72B35D-60AB-4799-E8C3-4FB266B65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I’m a poor      wayfaring stranger,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travelin</a:t>
            </a:r>
            <a:r>
              <a:rPr lang="en-US" b="1" dirty="0"/>
              <a:t>’ thru      this world of woe.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5B0F7-E97C-9715-2F5B-5CCA412F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5D2B2-9327-139D-79C1-95AF850B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3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B3E3C8-7E58-4381-7784-55E5F876A35F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         Am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There’s is no sickness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99B275-F918-8218-3600-9A57445C6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3" r="64274"/>
          <a:stretch>
            <a:fillRect/>
          </a:stretch>
        </p:blipFill>
        <p:spPr>
          <a:xfrm>
            <a:off x="2458925" y="3329426"/>
            <a:ext cx="752997" cy="1398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137A31-60E6-3937-1872-8C732603C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1878063" y="883290"/>
            <a:ext cx="759837" cy="1398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B78EF0-A971-E2CA-1876-8AD36AB25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404126" y="3337269"/>
            <a:ext cx="759837" cy="13989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CDECB1-5890-8901-8BF2-4965EB969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055140" y="898977"/>
            <a:ext cx="759837" cy="13989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17B17E6-714F-DB12-37E2-8000A1A54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140" y="2295384"/>
            <a:ext cx="352474" cy="4763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DF9833-C408-9F4E-5EB8-B801F9208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5355618" y="898977"/>
            <a:ext cx="759837" cy="13989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6322DD4-8871-1EC6-5255-CBEAB31D0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099114" y="883290"/>
            <a:ext cx="759837" cy="13989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D3D29A0-F26E-00CB-0D0C-FA5C1B228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686" y="4766036"/>
            <a:ext cx="352474" cy="4763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A67DAA-21AE-EC4E-FBBC-99117256A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624225" y="3319913"/>
            <a:ext cx="759837" cy="13989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5168A3A-DB59-BF0F-3BA9-E6BCCD49C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3" r="64274"/>
          <a:stretch>
            <a:fillRect/>
          </a:stretch>
        </p:blipFill>
        <p:spPr>
          <a:xfrm>
            <a:off x="3407614" y="3329426"/>
            <a:ext cx="752997" cy="139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18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EC0C-A21F-5A75-85A0-40A7A9AD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84DC-4CBA-B782-B472-0A02BF4F7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1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CFE0BC-6128-A736-58F7-3A29A96C1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There’s is no sickness,         toil, or danger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 that bright world      to which I go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A29AA-2635-DBB5-8BE3-79F797FE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12FFB-42FD-5C38-F233-0072E76F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6AB89E-BDAE-BB66-982C-55549E318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278763" y="955683"/>
            <a:ext cx="759837" cy="1398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D2AE14-1926-951E-E2BC-F33F55F24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027771" y="3278901"/>
            <a:ext cx="759837" cy="13989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F43417-41E0-A71E-789B-1FDED4EE7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407823" y="3278901"/>
            <a:ext cx="759837" cy="13989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AABE03-5F23-91CC-B9B6-B948C3A7B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5130409" y="955683"/>
            <a:ext cx="759837" cy="13989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7D9EC96-3FC1-BC15-3D87-58F4397EF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226499" y="1004684"/>
            <a:ext cx="759837" cy="13989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566540-0EEB-F39C-559F-227472822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8708906" y="1004684"/>
            <a:ext cx="759837" cy="13989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1A7FEA4-A7B8-3342-02FF-012912B94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409" y="2266709"/>
            <a:ext cx="352474" cy="4763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113C0D5-5233-F9BA-EEE0-09AC9B095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8034972" y="3278901"/>
            <a:ext cx="759837" cy="13989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CAA5D1-BB32-561E-A118-D0FAE5329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4741979" y="3278901"/>
            <a:ext cx="752996" cy="13989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5D1A13-165B-FC23-1495-A693CA98B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141" y="4697225"/>
            <a:ext cx="352474" cy="476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DA3706-7207-FC44-9B8D-378E6CC22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277" y="2266709"/>
            <a:ext cx="352474" cy="4763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7354D72-3F63-906B-2255-6BE77F2BC7A0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   F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I’m going there …</a:t>
            </a:r>
          </a:p>
        </p:txBody>
      </p:sp>
    </p:spTree>
    <p:extLst>
      <p:ext uri="{BB962C8B-B14F-4D97-AF65-F5344CB8AC3E}">
        <p14:creationId xmlns:p14="http://schemas.microsoft.com/office/powerpoint/2010/main" val="1171556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41B8E-C6EE-A178-7D00-372548EF4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600A-9601-D6C1-F0E0-9C9CFD4A6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1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B8500C-7274-05B8-BA16-BE398C0A2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I’m going there      to see my father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I’m going the--re no more to roam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982D1-7846-AB0D-0543-AFEDDFDC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11E58-65E2-B5E0-7F38-D56D67A9A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5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C253C7-7CB5-7021-01E8-6493C95362A5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Am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I’m only going over …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5A7CA07-969E-5708-FD66-98532EC3C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783" y="2266709"/>
            <a:ext cx="352474" cy="4763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870A14-36DD-2121-4ACB-BA13DA0A1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6282585" y="3278900"/>
            <a:ext cx="752996" cy="1398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AB5F7-5526-07EF-02FE-96C3B98B3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4" r="22553"/>
          <a:stretch>
            <a:fillRect/>
          </a:stretch>
        </p:blipFill>
        <p:spPr>
          <a:xfrm>
            <a:off x="2606187" y="888065"/>
            <a:ext cx="752996" cy="1398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580D3E-45A5-414A-D186-1BBF4EB95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92"/>
          <a:stretch>
            <a:fillRect/>
          </a:stretch>
        </p:blipFill>
        <p:spPr>
          <a:xfrm>
            <a:off x="6063804" y="918555"/>
            <a:ext cx="911681" cy="1398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730C2C-9CCA-CC18-4FDB-73C067075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4" r="22553"/>
          <a:stretch>
            <a:fillRect/>
          </a:stretch>
        </p:blipFill>
        <p:spPr>
          <a:xfrm>
            <a:off x="3754850" y="918556"/>
            <a:ext cx="752996" cy="1398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6341A0-95C8-E2C0-4832-9D141383A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92"/>
          <a:stretch>
            <a:fillRect/>
          </a:stretch>
        </p:blipFill>
        <p:spPr>
          <a:xfrm>
            <a:off x="7619762" y="918554"/>
            <a:ext cx="911681" cy="1398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1EBC64-47CC-2449-5156-AF2374C23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4" r="22553"/>
          <a:stretch>
            <a:fillRect/>
          </a:stretch>
        </p:blipFill>
        <p:spPr>
          <a:xfrm>
            <a:off x="2606187" y="3278901"/>
            <a:ext cx="752996" cy="1398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60DC58-CC43-B529-E58E-E25A227BC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92"/>
          <a:stretch>
            <a:fillRect/>
          </a:stretch>
        </p:blipFill>
        <p:spPr>
          <a:xfrm>
            <a:off x="3486942" y="3278900"/>
            <a:ext cx="911681" cy="13989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EEAEB9-4618-425F-F95D-A1CBE5523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7699104" y="3278900"/>
            <a:ext cx="752996" cy="13989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16E1A3-628C-9B72-E9D8-EFA8797823D5}"/>
              </a:ext>
            </a:extLst>
          </p:cNvPr>
          <p:cNvSpPr txBox="1"/>
          <p:nvPr/>
        </p:nvSpPr>
        <p:spPr>
          <a:xfrm>
            <a:off x="8479420" y="3924827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[HOLD]</a:t>
            </a:r>
          </a:p>
        </p:txBody>
      </p:sp>
    </p:spTree>
    <p:extLst>
      <p:ext uri="{BB962C8B-B14F-4D97-AF65-F5344CB8AC3E}">
        <p14:creationId xmlns:p14="http://schemas.microsoft.com/office/powerpoint/2010/main" val="1138236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2432-0359-2570-C6A7-843AC3BF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14B6-2257-A1D9-2265-4EDB45FD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1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2EEAA-D3F5-F5D0-EA8A-7B3FB958D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825D-C5C5-3347-BC93-7C165EB7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6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15601F-CC50-4DE1-B983-1FF884A8898E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  Interlude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Am </a:t>
            </a:r>
            <a:r>
              <a:rPr lang="en-US" sz="2400" b="1" dirty="0" err="1">
                <a:solidFill>
                  <a:schemeClr val="tx1"/>
                </a:solidFill>
              </a:rPr>
              <a:t>Am</a:t>
            </a:r>
            <a:r>
              <a:rPr lang="en-US" sz="2400" b="1" dirty="0">
                <a:solidFill>
                  <a:schemeClr val="tx1"/>
                </a:solidFill>
              </a:rPr>
              <a:t> …</a:t>
            </a:r>
          </a:p>
        </p:txBody>
      </p:sp>
      <p:sp>
        <p:nvSpPr>
          <p:cNvPr id="33" name="Content Placeholder 8">
            <a:extLst>
              <a:ext uri="{FF2B5EF4-FFF2-40B4-BE49-F238E27FC236}">
                <a16:creationId xmlns:a16="http://schemas.microsoft.com/office/drawing/2014/main" id="{F52F8ED9-3AAE-36CA-1C17-DA698D30BE9F}"/>
              </a:ext>
            </a:extLst>
          </p:cNvPr>
          <p:cNvSpPr txBox="1">
            <a:spLocks/>
          </p:cNvSpPr>
          <p:nvPr/>
        </p:nvSpPr>
        <p:spPr>
          <a:xfrm>
            <a:off x="782321" y="2287052"/>
            <a:ext cx="10515600" cy="323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I’m only going             over Jordan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I’m only going             over home </a:t>
            </a:r>
            <a:endParaRPr lang="en-US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F1CCD4E-4C34-47FC-A310-285A250F5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2365511" y="935017"/>
            <a:ext cx="759837" cy="139898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3127D10-EC4F-639B-42A9-9C801CCCB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5873453" y="3295362"/>
            <a:ext cx="759837" cy="139898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3E3B8A6-0B07-18BE-72F8-6BCED6ABC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2422689" y="3278901"/>
            <a:ext cx="759837" cy="13989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76D3738-7B39-857D-FA25-2A1907521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729374" y="935017"/>
            <a:ext cx="759837" cy="139898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D1D8BF7-A3EB-7EDC-561F-D0C19CC76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5810738" y="935017"/>
            <a:ext cx="759837" cy="139898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17A34CF-1E5E-F3F4-AFD5-70CC5653A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361241" y="935017"/>
            <a:ext cx="759837" cy="139898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15BDC49-6060-04EE-C302-C7B242977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855869" y="3295362"/>
            <a:ext cx="759837" cy="139898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06DFF26-1FA5-AF24-61CA-EC4C47B9D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3774993" y="3229656"/>
            <a:ext cx="752996" cy="139898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EE7091B-BCA1-F924-8473-097C60E30A41}"/>
              </a:ext>
            </a:extLst>
          </p:cNvPr>
          <p:cNvSpPr txBox="1"/>
          <p:nvPr/>
        </p:nvSpPr>
        <p:spPr>
          <a:xfrm>
            <a:off x="7615706" y="399485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[HOLD]</a:t>
            </a:r>
          </a:p>
        </p:txBody>
      </p:sp>
    </p:spTree>
    <p:extLst>
      <p:ext uri="{BB962C8B-B14F-4D97-AF65-F5344CB8AC3E}">
        <p14:creationId xmlns:p14="http://schemas.microsoft.com/office/powerpoint/2010/main" val="126153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51B0E-C2D9-3430-AC63-E8F51223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3380-ED00-F6FA-264B-DC7DC19F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Interlude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BAD0C-6500-3680-0254-8D5D893D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DE32C-C745-F286-FBDA-A2502DC7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7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6A77C-8EBA-A497-5AA0-1305790E96B5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       Am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 know dark clouds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44BD0-BE0E-3A85-38BE-6B7169648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3" r="64274"/>
          <a:stretch>
            <a:fillRect/>
          </a:stretch>
        </p:blipFill>
        <p:spPr>
          <a:xfrm>
            <a:off x="3519239" y="3268459"/>
            <a:ext cx="752997" cy="13989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9AC203-FC88-835E-3CC7-B2E1995EF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4874003" y="3268458"/>
            <a:ext cx="752996" cy="13989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16537E-497D-69FE-361F-720CCC0EF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551221" y="1745945"/>
            <a:ext cx="759837" cy="13989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7310E7-BB39-2B5B-46CA-9BF6FF6B1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4874003" y="1745945"/>
            <a:ext cx="759837" cy="1398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7ADADE-C6EC-098E-33E1-73ADF2F45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196785" y="1745945"/>
            <a:ext cx="759837" cy="1398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2B00C8-9A04-C399-8ED8-DD2A16E0E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519566" y="1745945"/>
            <a:ext cx="759837" cy="13989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80FB4A1-26D6-3091-DC9E-751D5A404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196785" y="3268458"/>
            <a:ext cx="759837" cy="13989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40EABC-BAAD-BAEB-98D5-E210ED42A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519566" y="3268458"/>
            <a:ext cx="759837" cy="13989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9101FA-F638-9FB8-FD39-E7DB8E4CE064}"/>
              </a:ext>
            </a:extLst>
          </p:cNvPr>
          <p:cNvSpPr txBox="1"/>
          <p:nvPr/>
        </p:nvSpPr>
        <p:spPr>
          <a:xfrm>
            <a:off x="8289150" y="390258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[HOLD]</a:t>
            </a:r>
          </a:p>
        </p:txBody>
      </p:sp>
    </p:spTree>
    <p:extLst>
      <p:ext uri="{BB962C8B-B14F-4D97-AF65-F5344CB8AC3E}">
        <p14:creationId xmlns:p14="http://schemas.microsoft.com/office/powerpoint/2010/main" val="99999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EFD4E-7B13-2651-0A9B-9A73EF65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C8D2-B6CD-AD32-B14B-DF8E407E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2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9DC69C-29D3-182F-359C-0D5F5ECE3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I know dark clouds      </a:t>
            </a:r>
            <a:r>
              <a:rPr lang="en-US" b="1" dirty="0" err="1"/>
              <a:t>gonna</a:t>
            </a:r>
            <a:r>
              <a:rPr lang="en-US" b="1" dirty="0"/>
              <a:t> gather  ’round me,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 know my way      is rough and steep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25C0-F4EC-A91E-6CC2-E76337E85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D37C4-F329-44FD-F4DD-3406342B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8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1EC471-F000-2FCD-703D-093BAEE4EF90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           Am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Yet beauteous fields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0641A-3F97-AF61-925B-53A770E7D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3" r="64274"/>
          <a:stretch>
            <a:fillRect/>
          </a:stretch>
        </p:blipFill>
        <p:spPr>
          <a:xfrm>
            <a:off x="2802163" y="3337270"/>
            <a:ext cx="752997" cy="1398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281679-91B5-07BF-3C94-B1375ADB4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114241" y="937150"/>
            <a:ext cx="759837" cy="1398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5737A5-3285-D71A-FA72-5F29159EC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618309" y="3337269"/>
            <a:ext cx="759837" cy="13989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D6AF0-67B6-8661-C50C-97406D7BA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4477818" y="937150"/>
            <a:ext cx="759837" cy="13989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2549C2-4549-7221-26F4-8F2557F7A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327" y="4770409"/>
            <a:ext cx="352474" cy="4763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CE9DCF-D586-EF41-BD04-E4FEFC00E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725563" y="937150"/>
            <a:ext cx="759837" cy="13989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8B896A-FD6D-37D1-9BE0-2FFF2989B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9982200" y="937150"/>
            <a:ext cx="759837" cy="13989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C4FC7F6-4A0A-4CE4-2A03-4ACA32F7C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569" y="2287052"/>
            <a:ext cx="352474" cy="4763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85E29C2-C8C8-316D-0606-9997E1BA8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838408" y="3337269"/>
            <a:ext cx="759837" cy="13989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66EBD5-C058-A6AB-5CE5-4A9D92C0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3" r="64274"/>
          <a:stretch>
            <a:fillRect/>
          </a:stretch>
        </p:blipFill>
        <p:spPr>
          <a:xfrm>
            <a:off x="3789738" y="3337269"/>
            <a:ext cx="752997" cy="139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3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C834E-A99D-9BCC-C859-C8A9842C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B23F-3B04-6ADD-F269-7D8C9F4A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2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9CAA57-7858-B130-2CE3-23742E781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Yet beauteous fields      lie just before me,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where God’s redeem-ed, their vigils keep.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9508D-651E-3FB0-A967-41B6C04B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DB6CC-A7A4-A348-BC54-B05ABC7E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877141-CF94-F96B-D641-1368C2A0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590444" y="955683"/>
            <a:ext cx="759837" cy="1398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90E911-0220-15FB-6178-DEC82223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850763" y="3310545"/>
            <a:ext cx="759837" cy="13989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5B27E73-893B-6522-D078-1165448FB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278763" y="3310545"/>
            <a:ext cx="759837" cy="13989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56974C-5879-9BF6-A199-667BAA0E7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4821329" y="977271"/>
            <a:ext cx="759837" cy="13989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596764E-3D43-DD00-4120-766D986D0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570864" y="1004684"/>
            <a:ext cx="759837" cy="13989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D8B90C-2E2B-1A98-69A6-7D59B4431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8708906" y="1004684"/>
            <a:ext cx="759837" cy="13989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0EDE492-12C7-44DC-E296-D5EA0438B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361" y="2276606"/>
            <a:ext cx="352474" cy="4763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8608F1C-7FD1-54D1-3DBC-6A1C010C3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8857964" y="3310545"/>
            <a:ext cx="759837" cy="13989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5FAB3C-FA46-CA9B-516F-EE078FC9A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4857361" y="3310544"/>
            <a:ext cx="752996" cy="13989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D84154-17A3-F516-08CE-265B15405276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   F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I’m going there …</a:t>
            </a:r>
          </a:p>
        </p:txBody>
      </p:sp>
    </p:spTree>
    <p:extLst>
      <p:ext uri="{BB962C8B-B14F-4D97-AF65-F5344CB8AC3E}">
        <p14:creationId xmlns:p14="http://schemas.microsoft.com/office/powerpoint/2010/main" val="390445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41056-F036-3325-DA7A-A1D2EEE8E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D297-9BB0-6F20-BC96-D1E68C14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2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ABEED1-800D-7818-008A-811591562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I’m going there      to see my mother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She said she’d me--et me when I come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B61B-6F78-2396-9952-72976A2A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7E105-3647-B68F-D8D5-1FC361C9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10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995972-8485-44E0-5BE4-48B6BD9CE963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Am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I’m only going over …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151E5F7-DCFD-C297-C80D-54BA609A4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783" y="2266709"/>
            <a:ext cx="352474" cy="4763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97E900-0DF6-0FE6-0AAD-E29BA242E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7148346" y="3310544"/>
            <a:ext cx="752996" cy="1398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94BD01-0AC8-D7A3-FA08-9C9A811D0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4" r="22553"/>
          <a:stretch>
            <a:fillRect/>
          </a:stretch>
        </p:blipFill>
        <p:spPr>
          <a:xfrm>
            <a:off x="2606187" y="888065"/>
            <a:ext cx="752996" cy="1398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85DFFD-4B36-4346-6D00-BC7E8CAC1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92"/>
          <a:stretch>
            <a:fillRect/>
          </a:stretch>
        </p:blipFill>
        <p:spPr>
          <a:xfrm>
            <a:off x="6063804" y="918555"/>
            <a:ext cx="911681" cy="1398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D61A84-860E-DD55-80C6-8228C3B6B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4" r="22553"/>
          <a:stretch>
            <a:fillRect/>
          </a:stretch>
        </p:blipFill>
        <p:spPr>
          <a:xfrm>
            <a:off x="3754850" y="918556"/>
            <a:ext cx="752996" cy="1398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19E57B-BFD7-AB6E-74E8-14D89BCE5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92"/>
          <a:stretch>
            <a:fillRect/>
          </a:stretch>
        </p:blipFill>
        <p:spPr>
          <a:xfrm>
            <a:off x="7619762" y="918554"/>
            <a:ext cx="911681" cy="1398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23A977-806B-D604-8F75-C7BBC6D38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4" r="22553"/>
          <a:stretch>
            <a:fillRect/>
          </a:stretch>
        </p:blipFill>
        <p:spPr>
          <a:xfrm>
            <a:off x="3471948" y="3310545"/>
            <a:ext cx="752996" cy="1398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0FF1C3-22A8-956D-9541-91DFDD2FF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92"/>
          <a:stretch>
            <a:fillRect/>
          </a:stretch>
        </p:blipFill>
        <p:spPr>
          <a:xfrm>
            <a:off x="4352703" y="3310544"/>
            <a:ext cx="911681" cy="13989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9382F9-9C64-A53D-60F4-179221C3B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8564865" y="3310544"/>
            <a:ext cx="752996" cy="13989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B1F317-5A2D-4476-2261-07C56FD196B8}"/>
              </a:ext>
            </a:extLst>
          </p:cNvPr>
          <p:cNvSpPr txBox="1"/>
          <p:nvPr/>
        </p:nvSpPr>
        <p:spPr>
          <a:xfrm>
            <a:off x="9345181" y="395647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[HOLD]</a:t>
            </a:r>
          </a:p>
        </p:txBody>
      </p:sp>
    </p:spTree>
    <p:extLst>
      <p:ext uri="{BB962C8B-B14F-4D97-AF65-F5344CB8AC3E}">
        <p14:creationId xmlns:p14="http://schemas.microsoft.com/office/powerpoint/2010/main" val="285330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C8186-F62E-BF6D-8A34-4069F72B8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1EE86-7C52-0CAD-E86E-BE7B5AF7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2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5302CC-4E7C-4FE8-F9FC-0E18056E8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I’m only going             over Jordan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I’m only going             over home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92E08-4BAB-4EC4-BBCB-D706AA0B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849FB-4150-6606-8F7B-18D32516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F3A32-A0E1-D434-9A1D-7C2770120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2365511" y="935017"/>
            <a:ext cx="759837" cy="1398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FE4210-992B-5756-B9CB-9327D9466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5873453" y="3295362"/>
            <a:ext cx="759837" cy="13989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DDF33C-2B92-97EC-C91C-39E754BA1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2422689" y="3278901"/>
            <a:ext cx="759837" cy="13989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682870-0DDA-C26C-E3BA-2A996AD51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729374" y="935017"/>
            <a:ext cx="759837" cy="13989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F89E91C-DA1F-9E75-E998-7FC8484CD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5810738" y="935017"/>
            <a:ext cx="759837" cy="13989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1E3D36-3CF9-E087-2D6C-8E8FDB07A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361241" y="935017"/>
            <a:ext cx="759837" cy="13989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135EC24-9284-D9B5-1A63-5D7C296B2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855869" y="3295362"/>
            <a:ext cx="759837" cy="13989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3F7115-8607-4701-6661-8BD414E3B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3774993" y="3229656"/>
            <a:ext cx="752996" cy="13989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F9678D-B346-C486-8F8A-315777AAF86B}"/>
              </a:ext>
            </a:extLst>
          </p:cNvPr>
          <p:cNvSpPr txBox="1"/>
          <p:nvPr/>
        </p:nvSpPr>
        <p:spPr>
          <a:xfrm>
            <a:off x="7615706" y="399485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DC31F-5718-E524-C462-931EE8AA3520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Am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I’m only going over …</a:t>
            </a:r>
          </a:p>
        </p:txBody>
      </p:sp>
    </p:spTree>
    <p:extLst>
      <p:ext uri="{BB962C8B-B14F-4D97-AF65-F5344CB8AC3E}">
        <p14:creationId xmlns:p14="http://schemas.microsoft.com/office/powerpoint/2010/main" val="276229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5AB9-C3BA-A242-0DED-9EB4DBF5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AFF1-A628-4CB4-CBB4-87E11329E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Ending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ED25C-9633-426B-5E65-C9367A6B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5639A-80DC-6712-333B-220D66B7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12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F99257-2A4B-BB09-4A55-B0C7F732B285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Am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I’m only going over …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F1D8C14D-65B5-BCF3-78E4-810967BFD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I’m only going             over Jordan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I’m only going             over home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D1525A-FD67-7AD8-C70D-473DC357C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2365511" y="935017"/>
            <a:ext cx="759837" cy="1398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0562A7-3F2D-28B0-FFE0-07D3D1299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5873453" y="3295362"/>
            <a:ext cx="759837" cy="13989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4D3254-38A3-E9C2-6CCF-87C127063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2422689" y="3278901"/>
            <a:ext cx="759837" cy="13989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27CB591-9A1C-D2A4-9632-CB80D4B6B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3729374" y="935017"/>
            <a:ext cx="759837" cy="13989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B742F91-8FA3-74A5-127C-2E760DDF0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5810738" y="935017"/>
            <a:ext cx="759837" cy="139898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9F14AF2-C8EE-2E89-ECA9-4834FB91A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7361241" y="935017"/>
            <a:ext cx="759837" cy="139898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B2E816D-77C7-EFA5-44EF-E487E56F9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" r="83964"/>
          <a:stretch>
            <a:fillRect/>
          </a:stretch>
        </p:blipFill>
        <p:spPr>
          <a:xfrm>
            <a:off x="6855869" y="3295362"/>
            <a:ext cx="759837" cy="139898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8572052-6056-B01F-AA09-6015192A1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7" r="42110"/>
          <a:stretch>
            <a:fillRect/>
          </a:stretch>
        </p:blipFill>
        <p:spPr>
          <a:xfrm>
            <a:off x="3774993" y="3229656"/>
            <a:ext cx="752996" cy="139898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BAAEC55-D553-447F-C2F2-EFFCEB366953}"/>
              </a:ext>
            </a:extLst>
          </p:cNvPr>
          <p:cNvSpPr txBox="1"/>
          <p:nvPr/>
        </p:nvSpPr>
        <p:spPr>
          <a:xfrm>
            <a:off x="7615706" y="399485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[HOLD]</a:t>
            </a:r>
          </a:p>
        </p:txBody>
      </p:sp>
    </p:spTree>
    <p:extLst>
      <p:ext uri="{BB962C8B-B14F-4D97-AF65-F5344CB8AC3E}">
        <p14:creationId xmlns:p14="http://schemas.microsoft.com/office/powerpoint/2010/main" val="2650369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F9E85-415C-30F8-7D6A-6B1EC415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00D8-3F07-D0B6-CD26-9E3D264D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Ending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6850FAF-6B20-E200-B3BE-CAC2AA770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345" y="1975097"/>
            <a:ext cx="943021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I’m only going over Jordan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I’m only going over home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0A1CE-6B99-E14E-5D1F-FC1EE1B0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8306B-76F6-698C-A49B-F7036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13</a:t>
            </a:fld>
            <a:endParaRPr lang="en-US"/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36649425-C8D1-4EA2-0C18-C0F645C73AD1}"/>
              </a:ext>
            </a:extLst>
          </p:cNvPr>
          <p:cNvSpPr/>
          <p:nvPr/>
        </p:nvSpPr>
        <p:spPr>
          <a:xfrm>
            <a:off x="1976688" y="4512941"/>
            <a:ext cx="3024866" cy="1598613"/>
          </a:xfrm>
          <a:prstGeom prst="horizontalScroll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Thanks y’all!!!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13D67-3E26-26F5-DDA8-867A363FC882}"/>
              </a:ext>
            </a:extLst>
          </p:cNvPr>
          <p:cNvSpPr txBox="1"/>
          <p:nvPr/>
        </p:nvSpPr>
        <p:spPr>
          <a:xfrm>
            <a:off x="1809345" y="1069370"/>
            <a:ext cx="3389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[NO STRUM – a cappella]</a:t>
            </a:r>
          </a:p>
        </p:txBody>
      </p:sp>
    </p:spTree>
    <p:extLst>
      <p:ext uri="{BB962C8B-B14F-4D97-AF65-F5344CB8AC3E}">
        <p14:creationId xmlns:p14="http://schemas.microsoft.com/office/powerpoint/2010/main" val="2723844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3C35-18B1-BA8B-C876-4D6F8E5A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A5DD-414A-68D8-5E23-236C72DC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17">
            <a:extLst>
              <a:ext uri="{FF2B5EF4-FFF2-40B4-BE49-F238E27FC236}">
                <a16:creationId xmlns:a16="http://schemas.microsoft.com/office/drawing/2014/main" id="{5C082559-4FAD-8BBE-3C91-3B45CCB3D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535" y="1737065"/>
            <a:ext cx="3690026" cy="3383868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>
            <a:normAutofit/>
          </a:bodyPr>
          <a:lstStyle/>
          <a:p>
            <a:r>
              <a:rPr lang="en-US" sz="4800" b="1" i="1" dirty="0"/>
              <a:t>In memory of Kevin Jolly -- founder and inspiration of Tuesday Ukes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47255-BAF6-4764-9637-467908392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430" y="602574"/>
            <a:ext cx="4239638" cy="5652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306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412</Words>
  <Application>Microsoft Office PowerPoint</Application>
  <PresentationFormat>Widescreen</PresentationFormat>
  <Paragraphs>139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Office Theme</vt:lpstr>
      <vt:lpstr>PowerPoint Presentation</vt:lpstr>
      <vt:lpstr>Intro </vt:lpstr>
      <vt:lpstr>Verse 1  (1 of 2)</vt:lpstr>
      <vt:lpstr>Verse 1  (2 of 2)</vt:lpstr>
      <vt:lpstr>Chorus 1  (1 of 2)</vt:lpstr>
      <vt:lpstr>Chorus 1  (2 of 2)</vt:lpstr>
      <vt:lpstr>Interlude </vt:lpstr>
      <vt:lpstr>Verse 2  (1 of 2)</vt:lpstr>
      <vt:lpstr>Verse 2  (2 of 2)</vt:lpstr>
      <vt:lpstr>Chorus 2  (1 of 2)</vt:lpstr>
      <vt:lpstr>Chorus 2  (2 of 2)</vt:lpstr>
      <vt:lpstr>Ending  (1 of 2)</vt:lpstr>
      <vt:lpstr>Ending  (2 of 2)</vt:lpstr>
      <vt:lpstr>In memory of Kevin Jolly -- founder and inspiration of Tuesday Ukes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Scrudder</dc:creator>
  <cp:lastModifiedBy>Roy Scrudder</cp:lastModifiedBy>
  <cp:revision>69</cp:revision>
  <cp:lastPrinted>2026-07-05T20:14:02Z</cp:lastPrinted>
  <dcterms:created xsi:type="dcterms:W3CDTF">2026-06-26T19:28:14Z</dcterms:created>
  <dcterms:modified xsi:type="dcterms:W3CDTF">2026-07-05T21:05:59Z</dcterms:modified>
</cp:coreProperties>
</file>