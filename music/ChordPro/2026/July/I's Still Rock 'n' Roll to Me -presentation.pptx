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8" r:id="rId3"/>
    <p:sldId id="259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06" r:id="rId2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84" y="78"/>
      </p:cViewPr>
      <p:guideLst>
        <p:guide orient="horz" pos="1440"/>
        <p:guide pos="4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196" cy="481627"/>
          </a:xfrm>
          <a:prstGeom prst="rect">
            <a:avLst/>
          </a:prstGeom>
        </p:spPr>
        <p:txBody>
          <a:bodyPr vert="horz" lIns="95509" tIns="47755" rIns="95509" bIns="4775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4334" y="0"/>
            <a:ext cx="3169196" cy="481627"/>
          </a:xfrm>
          <a:prstGeom prst="rect">
            <a:avLst/>
          </a:prstGeom>
        </p:spPr>
        <p:txBody>
          <a:bodyPr vert="horz" lIns="95509" tIns="47755" rIns="95509" bIns="47755" rtlCol="0"/>
          <a:lstStyle>
            <a:lvl1pPr algn="r">
              <a:defRPr sz="1300"/>
            </a:lvl1pPr>
          </a:lstStyle>
          <a:p>
            <a:fld id="{8BBBF9F2-02EF-4F8C-8C14-5761E488B19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09" tIns="47755" rIns="95509" bIns="4775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353" y="4619990"/>
            <a:ext cx="5852494" cy="3780441"/>
          </a:xfrm>
          <a:prstGeom prst="rect">
            <a:avLst/>
          </a:prstGeom>
        </p:spPr>
        <p:txBody>
          <a:bodyPr vert="horz" lIns="95509" tIns="47755" rIns="95509" bIns="4775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19573"/>
            <a:ext cx="3169196" cy="481627"/>
          </a:xfrm>
          <a:prstGeom prst="rect">
            <a:avLst/>
          </a:prstGeom>
        </p:spPr>
        <p:txBody>
          <a:bodyPr vert="horz" lIns="95509" tIns="47755" rIns="95509" bIns="4775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4334" y="9119573"/>
            <a:ext cx="3169196" cy="481627"/>
          </a:xfrm>
          <a:prstGeom prst="rect">
            <a:avLst/>
          </a:prstGeom>
        </p:spPr>
        <p:txBody>
          <a:bodyPr vert="horz" lIns="95509" tIns="47755" rIns="95509" bIns="47755" rtlCol="0" anchor="b"/>
          <a:lstStyle>
            <a:lvl1pPr algn="r">
              <a:defRPr sz="1300"/>
            </a:lvl1pPr>
          </a:lstStyle>
          <a:p>
            <a:fld id="{1DF38AEC-BB9C-4C8B-9F82-EA1DDE5E6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4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0125-5EDA-C7BC-4D41-8BEC0BE15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0EF7F-79E1-A9C5-D300-905A9C7C2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CB78F-2F1A-4205-83F2-B12AC76B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C8BFB-51BE-5C3E-3400-EFC4B120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97C0C6-0CB2-48C6-B1DB-FF4F49800D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517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77C5-EEA3-C978-E3F0-E4C533FEF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3166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FEE5-A4CA-E2ED-FCA9-B2F322019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836"/>
            <a:ext cx="10515600" cy="5050127"/>
          </a:xfrm>
        </p:spPr>
        <p:txBody>
          <a:bodyPr/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3109F-30A9-CA1C-32F8-016C39A5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1FEE4-79FE-0D1A-CC64-AD1BA8A5F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B597C0C6-0CB2-48C6-B1DB-FF4F49800D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1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951B-088F-B659-AD21-4B9DF731E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80A99-BDEB-76A4-9FED-1656FA285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D3E20-4814-0995-35BA-472AFCA8F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Sweetwater Ukuleles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00C98-B8E3-30A6-52DE-355AD435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9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23A1-DC75-C133-647D-DB7087A4F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795A5-F23C-CBD9-D9E5-51CDCBB63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14087-A1B6-9758-AAC0-0848E06A3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35FA6-0129-1A92-BB53-0985AEBC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Sweetwater Ukuleles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E1ED9-1C21-A37B-EB6E-06838D3B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C176-74F0-0515-57EF-A2654955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744F9-B0E4-0D6C-A8AB-09F9F58A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85934-9ED9-AB2F-27A2-C699E28D3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08DBC-AE94-3BDE-E321-DA673FA3E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C9D9F0-06C0-A9B7-E39D-841160AEC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7A418-32C3-7428-D4D5-B7A7EF8D6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Sweetwater Ukuleles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93D5F9-8C38-CCDB-FA58-6261365E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7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3A7B-1772-6CAB-D346-85FC2071F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1C79A-C458-A544-AE57-C513ABA9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Sweetwater Ukuleles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0EA5B-B84E-7A29-6A63-6F0682E2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02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C2C05-0E87-50C9-72A9-33E05655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Sweetwater Ukuleles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5F41B-6F34-E1E6-D810-4C0D6B76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2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75DA-E9DB-B73C-1FC6-2E307370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14960-FA10-BEEE-C1C7-A5C9E2882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FC361-D188-922E-9317-FBD462F39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3D2BE-A071-681C-AB6F-05DCC8B0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654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Revision: Jun 26,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9225-740E-298A-D22D-44735623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Sweetwater Ukuleles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2FEA5-818A-3553-74AC-6012E39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6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AE43C-05B2-812C-872C-89641BFF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88D34A-2F1D-6EEA-32C5-3487DFA6F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F2D0A-0761-7EE7-1A8E-50B4BB4F0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96625-CA01-E379-161F-5E3E222B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Sweetwater Ukuleles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4A157-6FC9-AFDC-9805-F3C61515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9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8A11-35FB-0E15-AE49-69E80099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38A11-F4C2-5486-DE19-074F6682D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53993-DA95-09C6-EECC-A8330AD28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Sweetwater Ukuleles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3F081-D483-B650-EAE7-EA809601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9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5130FB-1D2C-EEC6-9102-C61EA674C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D9199-811A-072C-225F-F76EF5DA6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0B6-DA99-BA3C-344D-4CD6CF61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Sweetwater Ukuleles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A227E-2C74-FB09-9E72-833D65118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5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F0EE7-9DA4-9FC5-B31C-BF426EF1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4BB64-DD45-6603-6E27-B28797F67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B3F67-B23F-2772-F07A-E304B5049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56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E849B-FFF3-741F-3F4C-2CEA619FB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856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597C0C6-0CB2-48C6-B1DB-FF4F49800D63}" type="slidenum">
              <a:rPr lang="en-US" smtClean="0"/>
              <a:pPr/>
              <a:t>‹#›</a:t>
            </a:fld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B13AF-219C-4580-4258-838EDB30C51E}"/>
              </a:ext>
            </a:extLst>
          </p:cNvPr>
          <p:cNvSpPr txBox="1"/>
          <p:nvPr userDrawn="1"/>
        </p:nvSpPr>
        <p:spPr>
          <a:xfrm>
            <a:off x="11222607" y="6529716"/>
            <a:ext cx="50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26</a:t>
            </a:r>
          </a:p>
        </p:txBody>
      </p:sp>
    </p:spTree>
    <p:extLst>
      <p:ext uri="{BB962C8B-B14F-4D97-AF65-F5344CB8AC3E}">
        <p14:creationId xmlns:p14="http://schemas.microsoft.com/office/powerpoint/2010/main" val="365572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tmp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tm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tmp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tm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tmp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m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6.tmp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B67521C-8962-8E66-488F-30160B968A8C}"/>
              </a:ext>
            </a:extLst>
          </p:cNvPr>
          <p:cNvSpPr txBox="1"/>
          <p:nvPr/>
        </p:nvSpPr>
        <p:spPr>
          <a:xfrm>
            <a:off x="522215" y="369389"/>
            <a:ext cx="727712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It’s Still Rock and Roll to Me</a:t>
            </a:r>
          </a:p>
          <a:p>
            <a:r>
              <a:rPr lang="en-US" sz="3600" b="1" dirty="0"/>
              <a:t>Billy Joel, 1980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5DFA6B-D4FC-D012-B4D3-5096A5682AE1}"/>
              </a:ext>
            </a:extLst>
          </p:cNvPr>
          <p:cNvSpPr txBox="1"/>
          <p:nvPr/>
        </p:nvSpPr>
        <p:spPr>
          <a:xfrm>
            <a:off x="690097" y="2340467"/>
            <a:ext cx="3089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Chords in this song: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A90BC5-7D80-C3A2-99D7-7EA9BD968372}"/>
              </a:ext>
            </a:extLst>
          </p:cNvPr>
          <p:cNvSpPr txBox="1"/>
          <p:nvPr/>
        </p:nvSpPr>
        <p:spPr>
          <a:xfrm>
            <a:off x="7713361" y="4238885"/>
            <a:ext cx="311110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Strum for this song:</a:t>
            </a:r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      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56E1A7D0-14B0-A806-B201-A8A2B63DD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</a:t>
            </a:fld>
            <a:endParaRPr lang="en-US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F1AF6BA0-CD38-EA76-8CC2-A60F9FBA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5B95E3B-BA74-568E-2BE4-8B6E4BCF5973}"/>
              </a:ext>
            </a:extLst>
          </p:cNvPr>
          <p:cNvSpPr txBox="1">
            <a:spLocks/>
          </p:cNvSpPr>
          <p:nvPr/>
        </p:nvSpPr>
        <p:spPr>
          <a:xfrm>
            <a:off x="838200" y="64856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lang="en-US" sz="120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Revised July 4, 2026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48D06E9-A817-D270-32F2-CF6FFD251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41624" y="5149003"/>
            <a:ext cx="4169405" cy="1247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FCB273-403A-4D21-703B-FC20173F5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0549" y="2981007"/>
            <a:ext cx="825432" cy="13956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DEC93C-6637-2F94-9A4B-6970E84ED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19151" y="2981006"/>
            <a:ext cx="844450" cy="1395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B1D237-A588-CEE3-B924-BA397F0B7D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66771" y="3001135"/>
            <a:ext cx="772887" cy="13956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D53DB5-A099-E43E-4697-74478840E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42828" y="3001136"/>
            <a:ext cx="801512" cy="13956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A858D55-5E8D-D674-CD0B-FCAA4050E2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40860" y="3021266"/>
            <a:ext cx="815825" cy="13956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82A0522-C5AB-F06D-B274-8B4B8E1920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59855" y="3001136"/>
            <a:ext cx="837294" cy="13956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C33DD90-BD02-7EB5-E200-BE844D4877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8687" y="4450493"/>
            <a:ext cx="765730" cy="13956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5A836FE-FCED-BF93-F411-1D12CE0562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7587" y="4444465"/>
            <a:ext cx="837294" cy="13956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B5469F5-615C-FCA6-A142-2E28937BD1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417" y="4457174"/>
            <a:ext cx="778362" cy="135542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A4019D8-28B9-6A3E-2857-D833AED4E7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28515" y="4420950"/>
            <a:ext cx="765730" cy="1395684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7E350EA0-28AC-0916-E1E5-F1E8E8DD9D1A}"/>
              </a:ext>
            </a:extLst>
          </p:cNvPr>
          <p:cNvGrpSpPr/>
          <p:nvPr/>
        </p:nvGrpSpPr>
        <p:grpSpPr>
          <a:xfrm>
            <a:off x="2388051" y="4424987"/>
            <a:ext cx="837294" cy="1657896"/>
            <a:chOff x="2388051" y="4424987"/>
            <a:chExt cx="837294" cy="165789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821A3CD-D907-8E6F-7515-3FC03342D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388051" y="4424987"/>
              <a:ext cx="837294" cy="414842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733CA45-DDCF-D281-9202-D7B2AC461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9972" y="4799590"/>
              <a:ext cx="735371" cy="1283293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503E0BE-704C-83A4-5D6D-0A0BFB7CECC0}"/>
              </a:ext>
            </a:extLst>
          </p:cNvPr>
          <p:cNvSpPr txBox="1"/>
          <p:nvPr/>
        </p:nvSpPr>
        <p:spPr>
          <a:xfrm>
            <a:off x="8451213" y="476886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BB0231-6DD5-DC35-74F9-691104BFB7BA}"/>
              </a:ext>
            </a:extLst>
          </p:cNvPr>
          <p:cNvSpPr txBox="1"/>
          <p:nvPr/>
        </p:nvSpPr>
        <p:spPr>
          <a:xfrm>
            <a:off x="10142875" y="47889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DFCBAC-9684-0742-8812-7945FF60A4E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84" y="1742328"/>
            <a:ext cx="5240861" cy="2041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5018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3E6AA-6D2E-BD22-B4DB-975FF39AB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81F8-E0AE-BE5A-1E29-62436F07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F181E-F0F0-E0BA-EF8E-3D002A4FB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31AAC-E8E6-B35D-1D0D-1AA2786D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2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8222CD-BCDB-A2C9-E973-250F37A0EE77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What’s the matter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589E53-7DB2-EFA9-F3F5-009E7CDF4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04936" y="2602568"/>
            <a:ext cx="825432" cy="13956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0D615B-9B16-82F6-F754-CAF5D3ED3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24655" y="2602568"/>
            <a:ext cx="825432" cy="1395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F0A802-2426-B409-B9E7-C2A54CFF1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44374" y="2602568"/>
            <a:ext cx="825432" cy="1395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20A252-3C14-8AAE-134C-F0F164AAF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64093" y="2602568"/>
            <a:ext cx="825432" cy="139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22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C5622-7324-5920-4907-43EA0F1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1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72B35D-60AB-4799-E8C3-4FB266B65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What’s the matter with the clothes I’m wearing?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Can’t </a:t>
            </a:r>
            <a:r>
              <a:rPr lang="en-US" b="1" dirty="0" err="1"/>
              <a:t>ya</a:t>
            </a:r>
            <a:r>
              <a:rPr lang="en-US" b="1" dirty="0"/>
              <a:t> tell that your tie’s too wide?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5B0F7-E97C-9715-2F5B-5CCA412F7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5D2B2-9327-139D-79C1-95AF850B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3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B3E3C8-7E58-4381-7784-55E5F876A35F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Maybe I should buy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97640A-53A4-C749-42CF-0C5CE0B79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3377C7-20D6-343D-A4B6-095E00D4E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8763" y="817094"/>
            <a:ext cx="825432" cy="1395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49ABD2-2F7A-7526-F3F7-FAED7FD0D7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43984" y="817093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D14E66-64BC-6C46-4318-A020339D75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71544" y="3428999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292EA8-7438-1931-B95D-D754620999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69977" y="3429000"/>
            <a:ext cx="801512" cy="13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18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AF833-FEE7-E8B6-E033-DFDC68C5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7732D-096A-3924-42C8-33A72BE6E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1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40C4-9429-0275-8A34-0ED966068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 Maybe I should buy some old tab collars?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Welcome back to the age of jive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B5261-C5BA-9899-B1DA-282DE5C50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10FB1-08C2-D03C-BEF4-4BFC1045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4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17C74F-AD92-294B-A04C-444C1FD5F7A7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Em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Where have you been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D628E0-85D6-C276-F9E6-FD250C8A6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6367D3-4415-7209-6325-8F5E33738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600" y="817094"/>
            <a:ext cx="825432" cy="1395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501A75-06B9-891A-2477-2336AB934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8886" y="817093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27D740-E4AA-37D5-2D4A-956759F621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47105" y="3376120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98D284-B176-EDB9-8F3A-4707547097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57664" y="3376121"/>
            <a:ext cx="801512" cy="13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2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0FD1F-2CAC-157D-5FF0-ADAD243F9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A444-563F-3930-FE5E-F847C1C3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1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5A02A4-E2A8-37ED-3DB0-F739DBF70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Where have you been </a:t>
            </a:r>
            <a:r>
              <a:rPr lang="en-US" b="1" dirty="0" err="1"/>
              <a:t>hidin</a:t>
            </a:r>
            <a:r>
              <a:rPr lang="en-US" b="1" dirty="0"/>
              <a:t>’ out lately, honey?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You can’t dress trashy till you spend a lot of money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25968-563A-12D7-B8F4-665D50CEC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DB90A-838B-1259-0D16-5D0262B9F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5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972276-EAAE-2B7D-BBA0-933E139165D0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Everybody’s </a:t>
            </a:r>
            <a:r>
              <a:rPr lang="en-US" sz="2400" b="1" dirty="0" err="1">
                <a:solidFill>
                  <a:schemeClr val="tx1"/>
                </a:solidFill>
              </a:rPr>
              <a:t>talkin</a:t>
            </a:r>
            <a:r>
              <a:rPr lang="en-US" sz="2400" b="1" dirty="0">
                <a:solidFill>
                  <a:schemeClr val="tx1"/>
                </a:solidFill>
              </a:rPr>
              <a:t>’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CFCAD7-1915-D876-C27B-7937C77B0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5BAFAD-6045-2A30-C7CA-0B7498D05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842" y="912038"/>
            <a:ext cx="844450" cy="13956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1F39DC-E027-FAC6-627E-10DFBACB84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55664" y="912038"/>
            <a:ext cx="815825" cy="13956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8CFC4F-8F27-DE3B-2D23-B281F94D39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33684" y="3419272"/>
            <a:ext cx="837294" cy="1395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C348FE-963A-E257-761D-B01914674D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13445" y="3419272"/>
            <a:ext cx="765730" cy="1395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7C96B3-B758-3772-6EC8-0ED57033B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62292" y="3419272"/>
            <a:ext cx="844450" cy="13956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8452EFB-55CC-2C19-10A0-C4FF601C079D}"/>
              </a:ext>
            </a:extLst>
          </p:cNvPr>
          <p:cNvSpPr txBox="1"/>
          <p:nvPr/>
        </p:nvSpPr>
        <p:spPr>
          <a:xfrm>
            <a:off x="8913687" y="3552237"/>
            <a:ext cx="31267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solidFill>
                  <a:schemeClr val="accent1"/>
                </a:solidFill>
              </a:rPr>
              <a:t>Chords sharing 1 strum pattern, 2 beats each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D42126-C372-8438-F69A-A6A3C6FE261B}"/>
              </a:ext>
            </a:extLst>
          </p:cNvPr>
          <p:cNvSpPr/>
          <p:nvPr/>
        </p:nvSpPr>
        <p:spPr>
          <a:xfrm>
            <a:off x="6222365" y="3399816"/>
            <a:ext cx="2756265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36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CD02B-E4AB-DFE8-8BD2-9407AFE0B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818E-EB15-2064-F7C0-21A7440B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1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368E24C-7BEC-DAF6-D5D4-CC6C12D51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378481"/>
            <a:ext cx="11274464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 Everybody’s </a:t>
            </a:r>
            <a:r>
              <a:rPr lang="en-US" b="1" dirty="0" err="1"/>
              <a:t>talkin</a:t>
            </a:r>
            <a:r>
              <a:rPr lang="en-US" b="1" dirty="0"/>
              <a:t>’ ’bout the new sound. Funny, but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it’s still rock and roll to me.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2FF40-5567-7C26-A93A-219CFF88D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668F2-3FF8-E330-FA01-4B964E4B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6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72A45E-A803-71F2-F2FF-F9ABE607272D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What’s the matter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CEAC5F-3000-5B45-7150-1E4C330EB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99151"/>
            <a:ext cx="352474" cy="476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C7620-CD1F-BF1F-4A13-C65C4E6A2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14223" y="3351028"/>
            <a:ext cx="765730" cy="1395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09271D-38D6-2D16-F759-325CCD84BA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17703" y="885517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509081-0438-D9CA-041A-FFD405149B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30885" y="885516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5975C3-8AB2-E5AB-E2A2-9A77556C0F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26440" y="885517"/>
            <a:ext cx="801512" cy="1395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7C3C3C-AA72-52EC-AFB2-A4AC99919E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5386" y="3357624"/>
            <a:ext cx="815825" cy="13956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8AC529-37F9-824F-4E6D-05EC80B02A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66930" y="3357625"/>
            <a:ext cx="825432" cy="13956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373F3E0-A342-2821-FBC3-E86617E61E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842" y="885518"/>
            <a:ext cx="825432" cy="13956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C12E939-0008-FC8C-C475-EE07E01B14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77892" y="3357625"/>
            <a:ext cx="825432" cy="139568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D5AE790-36BC-6D90-6380-48A9AC12DABD}"/>
              </a:ext>
            </a:extLst>
          </p:cNvPr>
          <p:cNvSpPr/>
          <p:nvPr/>
        </p:nvSpPr>
        <p:spPr>
          <a:xfrm>
            <a:off x="6587880" y="872356"/>
            <a:ext cx="3434150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11242D-C896-DCC2-282E-353DB5683384}"/>
              </a:ext>
            </a:extLst>
          </p:cNvPr>
          <p:cNvSpPr/>
          <p:nvPr/>
        </p:nvSpPr>
        <p:spPr>
          <a:xfrm>
            <a:off x="1306047" y="3362180"/>
            <a:ext cx="3507801" cy="1430040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32BB24-8F70-D2D4-1057-0F8B078EBC94}"/>
              </a:ext>
            </a:extLst>
          </p:cNvPr>
          <p:cNvSpPr/>
          <p:nvPr/>
        </p:nvSpPr>
        <p:spPr>
          <a:xfrm>
            <a:off x="5137402" y="3386076"/>
            <a:ext cx="2355432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52781E-CC2A-3C46-F68C-30382E38CFD3}"/>
              </a:ext>
            </a:extLst>
          </p:cNvPr>
          <p:cNvSpPr/>
          <p:nvPr/>
        </p:nvSpPr>
        <p:spPr>
          <a:xfrm>
            <a:off x="616902" y="837967"/>
            <a:ext cx="3996549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32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735A7-FD11-CCFE-F27F-8AE5C0966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76F4-4018-D539-C1D1-700B118B0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2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8775EB-DCE0-495F-D18A-BE4373295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What’s the matter with the car I’m driving?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Can’t </a:t>
            </a:r>
            <a:r>
              <a:rPr lang="en-US" b="1" dirty="0" err="1"/>
              <a:t>ya</a:t>
            </a:r>
            <a:r>
              <a:rPr lang="en-US" b="1" dirty="0"/>
              <a:t> tell that it’s out of style?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8A475-8A5B-3BA9-B9B5-E41660FB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EDBB5-A8FB-037C-9CCD-EC65862D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7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44F953-65EE-934E-A8CE-912A0511268E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Should I get a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BF99D9-340C-3683-A9A1-306CE1ED0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318B56-D506-7823-20D4-64D30FDA8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8763" y="817094"/>
            <a:ext cx="825432" cy="1395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3136DD-E9C6-7643-D706-7CB01E36A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46707" y="817093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B17CEA-F9EA-5FEA-24AC-262845713F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10455" y="3345466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60E344-E8C1-33DE-4E5A-A82F699210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45951" y="3345466"/>
            <a:ext cx="801512" cy="13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79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93B85-28A6-AB64-5AE1-3BAC9D6F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A9B33-53F7-9A5A-A346-E4C19602E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2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958C9F-E98C-DBD5-A2E3-25FE2BA64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 Should I get a set of white wall tires?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Are you </a:t>
            </a:r>
            <a:r>
              <a:rPr lang="en-US" b="1" dirty="0" err="1"/>
              <a:t>gonna</a:t>
            </a:r>
            <a:r>
              <a:rPr lang="en-US" b="1" dirty="0"/>
              <a:t> cruise the miracle mile?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AF832-8F6E-1660-84E2-F2EF30D0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C83ED-2161-11D5-E160-8FDC7222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8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C4230E-7853-A6A3-5CF0-8B086F55F7D3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Em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Nowadays you can’t be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D00AE5-8EF9-5D74-5AFC-A3314FB35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73EA56-273F-984E-4F40-C801584DC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600" y="817094"/>
            <a:ext cx="825432" cy="1395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D939BB-BCDD-68CF-04BF-61B0C539D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33473" y="817094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57877F-C792-DD16-9B28-BA6C0CF9C6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842" y="3376120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937381-80F1-A0AB-B095-61AB645EB8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57664" y="3376121"/>
            <a:ext cx="801512" cy="13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2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B61CA-78BF-0BB5-F582-6849AC10A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A29B7-3C75-8CCC-BB8B-13D67706F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2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24BD1B-C5B0-C277-9E1B-B2750420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Nowadays you can’t be too sentimental.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Your best bet’s a true baby blue Continental.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FCB1B-CF47-922C-BE57-E590EC08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B59AC-3AF2-7B69-58E0-1622D88D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9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AF26BC-DBB8-E46B-8C5F-831889FC7293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Hot funk, cool punk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8353DA-5199-FBC5-6913-B7FB6720C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CDE9C5-35B0-1161-16F1-53196D2B4F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842" y="912038"/>
            <a:ext cx="844450" cy="13956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B9EA06-3509-8A62-B2EB-9DCB5F4DA6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72443" y="912038"/>
            <a:ext cx="815825" cy="13956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78BE18-7F1B-0253-423A-A54100517E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61964" y="3429000"/>
            <a:ext cx="837294" cy="1395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4F853C-ACDE-820E-B525-41E10D3252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44870" y="3429000"/>
            <a:ext cx="765730" cy="1395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581B0F-C9F4-1B66-5B1D-6F315673C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88752" y="3429000"/>
            <a:ext cx="844450" cy="139568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CDC8DA6-7D5E-D8B1-618B-C63608D163F8}"/>
              </a:ext>
            </a:extLst>
          </p:cNvPr>
          <p:cNvSpPr/>
          <p:nvPr/>
        </p:nvSpPr>
        <p:spPr>
          <a:xfrm>
            <a:off x="5810136" y="3388613"/>
            <a:ext cx="2925302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15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2B23B-EC31-57AA-3CA5-CADB5C72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166D0-3B85-812D-1C9E-BE4381DA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2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9DE31E6-F1CB-8CEB-BA3B-3B196FEF6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70" y="2329444"/>
            <a:ext cx="11274464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Hot funk, cool punk, even if it’s old junk,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it’s still rock and roll to me.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00A24-63A8-8704-518E-0078563B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EB846-8A9E-24D0-AAD3-9071CBBC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10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E66998-D14D-49AC-A6A3-2128F4A484BC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G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Oh, it doesn’t matter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640DCD-B6D4-5A3E-54FE-FE1EEED4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66087" y="3356583"/>
            <a:ext cx="765730" cy="1395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CA7D99-EAF0-E2C8-5A3D-6740B08FC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38749" y="870104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735644-6EB3-27CE-D7BF-7651E85CE4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39127" y="870103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93E742-7F7A-1EDA-F92D-52BD4E0471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9036" y="870104"/>
            <a:ext cx="801512" cy="1395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BC4775-3243-BDA2-8615-5A69994DE6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0233" y="3340093"/>
            <a:ext cx="815825" cy="13956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DA7B8D5-BB81-7F5E-1E6C-F53334C72B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07365" y="3356584"/>
            <a:ext cx="825432" cy="13956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085E0E1-E84B-5588-D665-B46FFEEE73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9191" y="870105"/>
            <a:ext cx="825432" cy="13956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B34959C-3597-2474-BFF7-CBBDCE7095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8327" y="3356584"/>
            <a:ext cx="825432" cy="139568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4FE0A4D-F5B8-79CE-5FAF-A50F9F468B2B}"/>
              </a:ext>
            </a:extLst>
          </p:cNvPr>
          <p:cNvSpPr/>
          <p:nvPr/>
        </p:nvSpPr>
        <p:spPr>
          <a:xfrm>
            <a:off x="4767325" y="816204"/>
            <a:ext cx="2980054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B58A7C-4D39-B694-110C-D188908A40DA}"/>
              </a:ext>
            </a:extLst>
          </p:cNvPr>
          <p:cNvSpPr/>
          <p:nvPr/>
        </p:nvSpPr>
        <p:spPr>
          <a:xfrm>
            <a:off x="1366033" y="3313143"/>
            <a:ext cx="3473093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4CDDED-4AB9-64D9-09E1-56B8AC4BFBA0}"/>
              </a:ext>
            </a:extLst>
          </p:cNvPr>
          <p:cNvSpPr/>
          <p:nvPr/>
        </p:nvSpPr>
        <p:spPr>
          <a:xfrm>
            <a:off x="5218327" y="3313143"/>
            <a:ext cx="2355432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05BEE8-73A5-65F5-06C3-6863100BECEC}"/>
              </a:ext>
            </a:extLst>
          </p:cNvPr>
          <p:cNvSpPr/>
          <p:nvPr/>
        </p:nvSpPr>
        <p:spPr>
          <a:xfrm>
            <a:off x="628251" y="816204"/>
            <a:ext cx="3062694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87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EAD2-602D-4973-A11B-32B526E99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4C0C-3195-0944-76E1-727F3E8F4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Bridge 1 </a:t>
            </a:r>
            <a:r>
              <a:rPr lang="en-US" sz="3100" dirty="0"/>
              <a:t> (1 of 3)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AC6C6E1-0476-C4FE-4A96-A50E42ACC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70" y="2329444"/>
            <a:ext cx="11274464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Oh, it doesn’t matter what they say in the papers,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Cause it’s always been the same old scene.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FF440-FCDF-8BDC-EB7D-B85872CD0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57D27-B3FC-1D47-323C-17C5FAE8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11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30D1E2-7B44-D1D5-6FD7-70318BC21DF5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             G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Well, there’s a new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735F7C-ADD4-588D-CE1D-C39A63966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52963" y="963944"/>
            <a:ext cx="765730" cy="13956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55A694-E435-3E2E-565C-D68FCFD48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61510" y="963944"/>
            <a:ext cx="801512" cy="1395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1C7EC5-6256-B2EC-7B2B-A9BC7B12F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45487" y="3446406"/>
            <a:ext cx="815825" cy="13956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EB9834-AC93-7A2E-D5DD-9E56AF1E28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85394" y="3429000"/>
            <a:ext cx="837294" cy="13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86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5C81-EE45-0A51-2B7D-77A0B06E4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B2A0-24AC-0785-011E-9805B64BF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Bridge 1 </a:t>
            </a:r>
            <a:r>
              <a:rPr lang="en-US" sz="3100" dirty="0"/>
              <a:t> (2 of 3)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541231-1B6A-8DFF-2449-7E3AA432F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44" y="2334640"/>
            <a:ext cx="12149848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Well, there’s a new band in town,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but you can’t get the sound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37E7E-59F5-98D4-BD23-3BD32805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2B83B-A15E-8D3E-B211-D1194E19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12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FF681C-28EC-3BC2-B398-0B2B30FC3156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E7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from a story in a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A7A630-6E4C-AC06-2AB9-50BFB5BE9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86829" y="843486"/>
            <a:ext cx="765730" cy="13956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E9A5111-5656-449B-F835-ECAD338F4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3252" y="3529212"/>
            <a:ext cx="801512" cy="13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76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6C11-EB83-CB0F-D933-AC8355CA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F5CA6-6784-E546-06B9-4DD0B23E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Bridge 1 </a:t>
            </a:r>
            <a:r>
              <a:rPr lang="en-US" sz="3100" dirty="0"/>
              <a:t> (3 of 3)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065F57-5B5F-2566-99ED-48792320C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329444"/>
            <a:ext cx="10123251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from a story in a maga-zine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aimed at your average teen.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EB0AD-FAE2-8B50-117B-0A006FF5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2E593-C964-7E76-BF8E-48AAFE80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13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0C8CAC-2895-1337-2C9C-3028FC654840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How about a pair 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1903A6-6959-6C1C-884D-5779B76A5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2113" y="3434080"/>
            <a:ext cx="801512" cy="1395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AFBE79-19B5-2484-3CB1-BC4F53081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5731" y="843742"/>
            <a:ext cx="837294" cy="13956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41F53D-C85C-8FE3-C6E2-76A69C1175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2301" y="3434080"/>
            <a:ext cx="765730" cy="139568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3218AD2-3204-F42B-B388-107F00C83223}"/>
              </a:ext>
            </a:extLst>
          </p:cNvPr>
          <p:cNvGrpSpPr/>
          <p:nvPr/>
        </p:nvGrpSpPr>
        <p:grpSpPr>
          <a:xfrm>
            <a:off x="5258706" y="626539"/>
            <a:ext cx="837294" cy="1657896"/>
            <a:chOff x="2388051" y="4424987"/>
            <a:chExt cx="837294" cy="165789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E01F1BA-DFB8-FE7A-DA4D-8F6D53487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388051" y="4424987"/>
              <a:ext cx="837294" cy="41484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D354619-4157-2889-785F-82E3C1895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9972" y="4799590"/>
              <a:ext cx="735371" cy="1283293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E3C4278-1299-DAB2-F1F7-FADA8A92C3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04209" y="3434080"/>
            <a:ext cx="765730" cy="1395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2D63EB-86BE-7B47-389C-FF151D1AF4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625" y="3817315"/>
            <a:ext cx="863566" cy="778425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EB9C78AC-BC9A-BE12-7303-94A0718D61EB}"/>
              </a:ext>
            </a:extLst>
          </p:cNvPr>
          <p:cNvSpPr/>
          <p:nvPr/>
        </p:nvSpPr>
        <p:spPr>
          <a:xfrm>
            <a:off x="6864148" y="2845124"/>
            <a:ext cx="445851" cy="5787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32764-38F0-19EC-37AF-B23E839EFDEA}"/>
              </a:ext>
            </a:extLst>
          </p:cNvPr>
          <p:cNvSpPr txBox="1"/>
          <p:nvPr/>
        </p:nvSpPr>
        <p:spPr>
          <a:xfrm>
            <a:off x="7660049" y="2532853"/>
            <a:ext cx="9583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accent1"/>
                </a:solidFill>
              </a:rPr>
              <a:t>Single </a:t>
            </a:r>
          </a:p>
          <a:p>
            <a:r>
              <a:rPr lang="en-US" sz="2000" b="1" i="1" dirty="0">
                <a:solidFill>
                  <a:schemeClr val="accent1"/>
                </a:solidFill>
              </a:rPr>
              <a:t>down </a:t>
            </a:r>
          </a:p>
          <a:p>
            <a:r>
              <a:rPr lang="en-US" sz="2000" b="1" i="1" dirty="0">
                <a:solidFill>
                  <a:schemeClr val="accent1"/>
                </a:solidFill>
              </a:rPr>
              <a:t>strum</a:t>
            </a:r>
          </a:p>
        </p:txBody>
      </p:sp>
    </p:spTree>
    <p:extLst>
      <p:ext uri="{BB962C8B-B14F-4D97-AF65-F5344CB8AC3E}">
        <p14:creationId xmlns:p14="http://schemas.microsoft.com/office/powerpoint/2010/main" val="1468433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F00B4-CA14-E860-23DA-EE925CF58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01D16-92F8-4FEA-4DC2-498D2020A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3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F9B7F94-FCA1-26BD-24C1-46AA8EA56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How about a pair of pink sidewinders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and a bright orange pair of pants?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43DBC-C3F1-AC0D-AFB8-4389D263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FA9CF-1729-9426-3E59-62C1B09E8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14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0352F9-451F-92F3-9504-B74174CAC978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Well, you could really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D751F2-76D5-90C2-037C-B372F28CD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D9A81D-6DBB-5036-3AEF-DFB4D0A5D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0316" y="763490"/>
            <a:ext cx="825432" cy="1395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07C72F-631F-F8C9-CCF9-F330556DE1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84834" y="817094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CC015A-E66A-FDF7-A3D5-11E7DB60CA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3296" y="3345465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4B393F-9EF4-A288-3F4C-3FDFD66288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26496" y="3429000"/>
            <a:ext cx="801512" cy="13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609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FA454-5CFF-C422-0238-FBA26ABB0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0E7F-A48D-576C-1A85-C6083860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3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027D19-507E-EEAC-BB66-D76749301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Well, you could really be a Beau Brummel baby,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If you just give it half a chance.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F074E-3234-0717-1DD5-4299C20C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09F88-EE49-709D-4732-234F0051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15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CE3108-E893-3B01-D76D-835FED46F210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Em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Don’t waste your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48A7C8-A846-AF2C-D5B0-173A044D8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083C0F-81E2-D538-4999-D2B7D7D18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600" y="817094"/>
            <a:ext cx="825432" cy="1395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E32BCD-98A7-D8CC-BF65-2F036A1770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20247" y="854231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882F4F-9E96-C138-B79F-CDFB4D5B9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3800" y="3376120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FA4714-041B-0E9A-9600-50FBC9A2EE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33536" y="3429000"/>
            <a:ext cx="801512" cy="13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12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BC387-806F-EAF6-8095-7ABEB1987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CEBD-5B36-48D6-7E9C-B321FDA0E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3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C7D3B40-9DA8-7EDF-4970-E078D6ADD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Don’t waste your money on a new set of speakers.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You get more mileage from a cheap pair of sneakers.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D1F2C-4066-B360-643C-93AD952B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A6687-3E78-E705-CFA5-A935F008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16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A471B6-9645-DD3C-C8B2-DBD93FC1103C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                     Em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Next phase, new wave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19EE24-EDD6-C0EF-2DB3-3C56B7DE1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1F22BC-E972-DC32-70FF-3348EB32A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842" y="912038"/>
            <a:ext cx="844450" cy="13956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286FFB-9235-73B6-3226-3BE5B4974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67352" y="980737"/>
            <a:ext cx="815825" cy="13956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12CF79-F8CE-312E-7FDC-87DDE8CDEB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48705" y="3432665"/>
            <a:ext cx="837294" cy="1395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D10789-43C4-E05C-B156-B21B206705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12189" y="3429000"/>
            <a:ext cx="765730" cy="1395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8FDB38-4522-E02E-49AE-22EA6B0B3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0188" y="3429000"/>
            <a:ext cx="844450" cy="139568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6279E24-6E38-D57B-CD94-F6AA9881F686}"/>
              </a:ext>
            </a:extLst>
          </p:cNvPr>
          <p:cNvSpPr/>
          <p:nvPr/>
        </p:nvSpPr>
        <p:spPr>
          <a:xfrm>
            <a:off x="6315058" y="3414750"/>
            <a:ext cx="3568244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50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7816E-4F96-177C-D820-FE8BE0B63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10D6-190F-8C23-7928-B8CF9AD4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3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6EFF93-4AA6-4BA6-34A9-6C3C55B6F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70" y="2329444"/>
            <a:ext cx="11274464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Next phase, new wave, dance craze, anyways,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it’s still rock and roll to me.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2CFD9-61E3-A321-A74E-683355D5A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3BADB-F293-9FA1-4877-C0380797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17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A1C9A8-EE69-CC46-E37C-308511B82377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G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Da </a:t>
            </a:r>
            <a:r>
              <a:rPr lang="en-US" sz="2400" b="1" dirty="0" err="1">
                <a:solidFill>
                  <a:schemeClr val="tx1"/>
                </a:solidFill>
              </a:rPr>
              <a:t>da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daaa</a:t>
            </a:r>
            <a:r>
              <a:rPr lang="en-US" sz="2400" b="1" dirty="0">
                <a:solidFill>
                  <a:schemeClr val="tx1"/>
                </a:solidFill>
              </a:rPr>
              <a:t>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262C2D-0EF0-F1E6-EAC7-BBF8086F9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66087" y="3356583"/>
            <a:ext cx="765730" cy="1395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77D122-E150-3F1A-7AA3-5FDFA28CE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68233" y="870104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00CFD1-967F-3D03-D20F-80D81B310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21507" y="870103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4C1584-A8D9-9341-ADD5-A48B088BD9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31416" y="870104"/>
            <a:ext cx="801512" cy="1395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D2FD41-2F38-9D9A-8920-89AF5D4C97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0233" y="3340093"/>
            <a:ext cx="815825" cy="13956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549DEE8-9D05-9D5B-C4D6-129215CD58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07365" y="3356584"/>
            <a:ext cx="825432" cy="13956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5BBE937-8D32-1BFB-C5F2-C2DFC047CE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0999" y="880213"/>
            <a:ext cx="825432" cy="13956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A44A6CB-8ECC-90E5-9AAA-A3A438ADB7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8327" y="3356584"/>
            <a:ext cx="825432" cy="139568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4C4B6A1-86D6-6EBC-A89E-D5F529DB9438}"/>
              </a:ext>
            </a:extLst>
          </p:cNvPr>
          <p:cNvSpPr/>
          <p:nvPr/>
        </p:nvSpPr>
        <p:spPr>
          <a:xfrm>
            <a:off x="5349705" y="816204"/>
            <a:ext cx="2980054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1E1C44-59E2-53A8-BB07-E49519CB3206}"/>
              </a:ext>
            </a:extLst>
          </p:cNvPr>
          <p:cNvSpPr/>
          <p:nvPr/>
        </p:nvSpPr>
        <p:spPr>
          <a:xfrm>
            <a:off x="1366033" y="3313143"/>
            <a:ext cx="3473093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642F3-9820-0DBE-2417-ADB67B23622B}"/>
              </a:ext>
            </a:extLst>
          </p:cNvPr>
          <p:cNvSpPr/>
          <p:nvPr/>
        </p:nvSpPr>
        <p:spPr>
          <a:xfrm>
            <a:off x="5218327" y="3313143"/>
            <a:ext cx="2355432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93349A-D144-06BA-1D96-7730A1E04A94}"/>
              </a:ext>
            </a:extLst>
          </p:cNvPr>
          <p:cNvSpPr/>
          <p:nvPr/>
        </p:nvSpPr>
        <p:spPr>
          <a:xfrm>
            <a:off x="890999" y="816204"/>
            <a:ext cx="3221684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70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5111B-3012-CB8B-D7AB-1E36E7AD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A091-5EE6-01F0-E08C-C091C1BA9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Bridge 2 – Instrumental / scat</a:t>
            </a:r>
            <a:r>
              <a:rPr lang="en-US" sz="3100" dirty="0"/>
              <a:t> (1 of 3)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2ACC061-2A2B-5995-A99D-A59EDB373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70" y="2329444"/>
            <a:ext cx="11274464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pt-BR" b="1" dirty="0" err="1"/>
              <a:t>Da-da</a:t>
            </a:r>
            <a:r>
              <a:rPr lang="pt-BR" b="1" dirty="0"/>
              <a:t> </a:t>
            </a:r>
            <a:r>
              <a:rPr lang="pt-BR" b="1" dirty="0" err="1"/>
              <a:t>daaa</a:t>
            </a:r>
            <a:r>
              <a:rPr lang="pt-BR" b="1" dirty="0"/>
              <a:t> da-da-da-da </a:t>
            </a:r>
            <a:r>
              <a:rPr lang="pt-BR" b="1" dirty="0" err="1"/>
              <a:t>da-da-da-da</a:t>
            </a:r>
            <a:r>
              <a:rPr lang="pt-BR" b="1" dirty="0"/>
              <a:t> </a:t>
            </a:r>
            <a:r>
              <a:rPr lang="pt-BR" b="1" dirty="0" err="1"/>
              <a:t>daaaa</a:t>
            </a:r>
            <a:endParaRPr lang="pt-BR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pt-BR" b="1" dirty="0" err="1"/>
              <a:t>da-da</a:t>
            </a:r>
            <a:r>
              <a:rPr lang="pt-BR" b="1" dirty="0"/>
              <a:t> </a:t>
            </a:r>
            <a:r>
              <a:rPr lang="en-US" b="1" dirty="0"/>
              <a:t>di-da-di-da di-da-da-da  da-</a:t>
            </a:r>
            <a:r>
              <a:rPr lang="en-US" b="1" dirty="0" err="1"/>
              <a:t>daaaaaaaa</a:t>
            </a:r>
            <a:r>
              <a:rPr lang="en-US" b="1" dirty="0"/>
              <a:t>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ABFC1-D513-CBC3-4B50-0081934DD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76AFA-D0E2-6BE7-ADC1-46CC5EFE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18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1D63C0-19BB-A49E-A3D3-E01500F68B37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G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Da </a:t>
            </a:r>
            <a:r>
              <a:rPr lang="en-US" sz="2400" b="1" dirty="0" err="1">
                <a:solidFill>
                  <a:schemeClr val="tx1"/>
                </a:solidFill>
              </a:rPr>
              <a:t>da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daaa</a:t>
            </a:r>
            <a:r>
              <a:rPr lang="en-US" sz="2400" b="1" dirty="0">
                <a:solidFill>
                  <a:schemeClr val="tx1"/>
                </a:solidFill>
              </a:rPr>
              <a:t> ……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6CEAE-73FE-8210-8950-9BBD3D45C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78257" y="963944"/>
            <a:ext cx="765730" cy="13956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D07BE1-D89C-77CC-A225-F3E31C9B1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31544" y="963944"/>
            <a:ext cx="801512" cy="1395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CBA7BC-E248-14AA-AC21-84714563D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0235" y="3429000"/>
            <a:ext cx="815825" cy="13956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DF6400-CCA8-BB72-37FA-7CFCBCC14B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06693" y="3429000"/>
            <a:ext cx="837294" cy="13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89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6A297-EACF-88B1-5D22-4DBF1111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A8C42-1970-D8C3-C62B-A766DD870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Bridge 2 </a:t>
            </a:r>
            <a:r>
              <a:rPr lang="en-US" sz="3100" dirty="0"/>
              <a:t> (2 of 3)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B7DAA32-5D82-010A-1354-4EBB64650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44" y="2334640"/>
            <a:ext cx="12149848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pt-BR" b="1" dirty="0"/>
              <a:t> </a:t>
            </a:r>
            <a:r>
              <a:rPr lang="pt-BR" b="1" dirty="0" err="1"/>
              <a:t>Da-da</a:t>
            </a:r>
            <a:r>
              <a:rPr lang="pt-BR" b="1" dirty="0"/>
              <a:t> </a:t>
            </a:r>
            <a:r>
              <a:rPr lang="pt-BR" b="1" dirty="0" err="1"/>
              <a:t>daaa</a:t>
            </a:r>
            <a:r>
              <a:rPr lang="pt-BR" b="1" dirty="0"/>
              <a:t> da-da-da-da </a:t>
            </a:r>
            <a:r>
              <a:rPr lang="pt-BR" b="1" dirty="0" err="1"/>
              <a:t>da-da-da-da</a:t>
            </a:r>
            <a:r>
              <a:rPr lang="pt-BR" b="1" dirty="0"/>
              <a:t> </a:t>
            </a:r>
            <a:r>
              <a:rPr lang="pt-BR" b="1" dirty="0" err="1"/>
              <a:t>daaaa</a:t>
            </a:r>
            <a:endParaRPr lang="pt-BR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pt-BR" b="1" dirty="0" err="1"/>
              <a:t>da-da</a:t>
            </a:r>
            <a:r>
              <a:rPr lang="pt-BR" b="1" dirty="0"/>
              <a:t> </a:t>
            </a:r>
            <a:r>
              <a:rPr lang="en-US" b="1" dirty="0"/>
              <a:t>di-da-di-da-di-da-da-da </a:t>
            </a:r>
            <a:r>
              <a:rPr lang="en-US" b="1" dirty="0" err="1"/>
              <a:t>daaaaaaa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0C6C7-7C0F-94FB-C793-AC2035963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A16DA-FD07-371B-CE8B-48222930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19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0C9C6A-5D14-7AAA-9C50-064D34B389FB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Eb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Da-da-da-da </a:t>
            </a:r>
            <a:r>
              <a:rPr lang="en-US" sz="2400" b="1" dirty="0" err="1">
                <a:solidFill>
                  <a:schemeClr val="tx1"/>
                </a:solidFill>
              </a:rPr>
              <a:t>daaa</a:t>
            </a:r>
            <a:r>
              <a:rPr lang="en-US" sz="2400" b="1" dirty="0">
                <a:solidFill>
                  <a:schemeClr val="tx1"/>
                </a:solidFill>
              </a:rPr>
              <a:t>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ACD4C-9189-1F50-F791-BCBF637D9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08225" y="938956"/>
            <a:ext cx="765730" cy="13956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83E4181-5BB0-6135-6738-543DD869C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95244" y="938956"/>
            <a:ext cx="801512" cy="1395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E9F3F9-B70C-F4E8-1BF9-CEFC035025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38064" y="3424381"/>
            <a:ext cx="837294" cy="139568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4C5658A-3A9F-8C37-CEB8-1FF708143B8A}"/>
              </a:ext>
            </a:extLst>
          </p:cNvPr>
          <p:cNvGrpSpPr/>
          <p:nvPr/>
        </p:nvGrpSpPr>
        <p:grpSpPr>
          <a:xfrm>
            <a:off x="6618696" y="3234479"/>
            <a:ext cx="837294" cy="1687533"/>
            <a:chOff x="2439010" y="4395350"/>
            <a:chExt cx="837294" cy="168753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F54D0A0-B280-CDE1-E1D6-FD6B313E5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439010" y="4395350"/>
              <a:ext cx="837294" cy="41484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34C4026-72B5-23CD-18AF-F41E6048F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9972" y="4799590"/>
              <a:ext cx="735371" cy="12832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3663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F57FD-2F87-2397-9302-5D23B416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A540-C04C-90E5-5FCB-FB612AC5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Bridge 2 </a:t>
            </a:r>
            <a:r>
              <a:rPr lang="en-US" sz="3100" dirty="0"/>
              <a:t> (3 of 3)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0D56D77-AA2B-24C7-16C0-48C4C9E5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329444"/>
            <a:ext cx="10123251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Da-da-da-da da-</a:t>
            </a:r>
            <a:r>
              <a:rPr lang="en-US" b="1" dirty="0" err="1"/>
              <a:t>daaaa</a:t>
            </a:r>
            <a:r>
              <a:rPr lang="en-US" b="1" dirty="0"/>
              <a:t>  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Da-da-da-da da-</a:t>
            </a:r>
            <a:r>
              <a:rPr lang="en-US" b="1" dirty="0" err="1"/>
              <a:t>daaaa</a:t>
            </a:r>
            <a:r>
              <a:rPr lang="en-US" b="1" dirty="0"/>
              <a:t>    </a:t>
            </a:r>
            <a:r>
              <a:rPr lang="en-US" b="1" dirty="0" err="1"/>
              <a:t>Ooooooooooohhhhhhhhhh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3C37A-7EC5-9EB3-7AF8-86E59A6DC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86B96-004B-8124-DC0F-2CA6F0CE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20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464264-C35F-35AB-A640-A4A56326F51B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What’s the matter 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89258A-8595-3B2C-3A0E-41C68BBCE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3429000"/>
            <a:ext cx="801512" cy="13956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DF9AB7-7FC9-192C-68A5-0ABE67148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002165"/>
            <a:ext cx="765730" cy="13956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CEBF97-5347-AC44-1E0B-A8D3848DC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58651" y="3429000"/>
            <a:ext cx="765730" cy="13956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02550B-B6B8-7B8A-2EF4-0E077A5AE454}"/>
              </a:ext>
            </a:extLst>
          </p:cNvPr>
          <p:cNvSpPr txBox="1"/>
          <p:nvPr/>
        </p:nvSpPr>
        <p:spPr>
          <a:xfrm>
            <a:off x="6451354" y="4046596"/>
            <a:ext cx="21034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[HOLD 8 beats]</a:t>
            </a:r>
          </a:p>
        </p:txBody>
      </p:sp>
    </p:spTree>
    <p:extLst>
      <p:ext uri="{BB962C8B-B14F-4D97-AF65-F5344CB8AC3E}">
        <p14:creationId xmlns:p14="http://schemas.microsoft.com/office/powerpoint/2010/main" val="4139167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912C1-02D8-7FF0-FB4D-9621A972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10AD9-1A93-1166-1FFF-DEA57B27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4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241E493-626F-C9C4-C394-C6F8556E3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What’s the matter with the crowd I’m seeing?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Don’t </a:t>
            </a:r>
            <a:r>
              <a:rPr lang="en-US" b="1" dirty="0" err="1"/>
              <a:t>ya</a:t>
            </a:r>
            <a:r>
              <a:rPr lang="en-US" b="1" dirty="0"/>
              <a:t> know that they’re out of touch?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41FA0-C728-D130-A7D5-931EC0C8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61E6-B217-97A5-8F96-899571909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21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6D7D1F-58DA-94A2-D609-05918667D37F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 Should I try to be a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B32A4D-4B28-9720-CC8D-6CCD0C03A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C70E95-C17A-2035-7B3F-E5160386C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0316" y="852457"/>
            <a:ext cx="825432" cy="1395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23C1F7-499A-F817-9BD3-53291AE7B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27252" y="852456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69D7A9-D866-E967-8E0A-04D0B8DB79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3700" y="3345465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5F785F-887F-3546-1955-12273C278A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59186" y="3429000"/>
            <a:ext cx="801512" cy="13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689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641AA-F6D0-7C9D-CA31-B918EC9B3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9983-9775-B536-73F7-D5D59A9A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Verse 4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9A7273-8A19-9545-E933-F999BF0A9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Should I try to be a straight ’A’ student?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If </a:t>
            </a:r>
            <a:r>
              <a:rPr lang="en-US" b="1" dirty="0" err="1"/>
              <a:t>ya</a:t>
            </a:r>
            <a:r>
              <a:rPr lang="en-US" b="1" dirty="0"/>
              <a:t> are, then you think too much.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003B8-5295-44C5-1F70-BBD62156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65C3D-7418-EBDA-8571-AB05D4E4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22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88E93A-3FBF-B921-A179-690F701BE0D1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Em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’ Don’t you know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CCB0D-CF74-A002-E236-99CFCBEEA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592E3E-8E8A-C496-1498-696E3F315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0316" y="817095"/>
            <a:ext cx="825432" cy="1395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095211-62C1-A5D9-6F4A-4218ADD61B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11311" y="817094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1A850E-7A40-FBCF-DA0A-44CF5D3537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29519" y="3376120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F47503-D6A8-BBA8-0737-11A4FF63F8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8651" y="3429000"/>
            <a:ext cx="801512" cy="13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97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B2D77-AA4C-7D8B-B318-CE7A9C99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5AEF-8AE2-1B20-0239-95342AC3B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4 </a:t>
            </a:r>
            <a:r>
              <a:rPr lang="en-US" sz="3100" dirty="0"/>
              <a:t> (1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828BF7-973A-0747-ABC2-01EDFD3EA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2287052"/>
            <a:ext cx="10515600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  Don’t you know about the new fashion, honey?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All you need are looks and a whole lotta money.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E1833-984E-CC88-7843-B5F6030C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C01A0-4A58-BB93-80A7-B3304B683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23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53A3A3-4A8D-9CBD-A48C-833A25E68F86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C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It’s the next phase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06B31B-B784-9F6E-8795-444FC561C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42" y="2307722"/>
            <a:ext cx="352474" cy="4763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C51127-FAB9-9725-8D29-2282A517B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4795" y="936053"/>
            <a:ext cx="844450" cy="13956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814F54-C9B4-495B-CFAC-1ED39938B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86018" y="936053"/>
            <a:ext cx="815825" cy="13956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F31A08-A2DF-1C64-29BD-88197976F1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5056" y="3414750"/>
            <a:ext cx="837294" cy="1395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44865E-25AB-ACC8-C3A7-80950A82C1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96623" y="3414750"/>
            <a:ext cx="765730" cy="1395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B820CE-159E-8A4F-0403-A631F2898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3414750"/>
            <a:ext cx="844450" cy="139568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137B1C6-C1BF-1C75-32B3-B4E41AED25A1}"/>
              </a:ext>
            </a:extLst>
          </p:cNvPr>
          <p:cNvSpPr/>
          <p:nvPr/>
        </p:nvSpPr>
        <p:spPr>
          <a:xfrm>
            <a:off x="6315058" y="3414750"/>
            <a:ext cx="3568244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03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B0A9-D931-9758-8384-2040C980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14A58-7378-26E5-D3CA-C0322B21E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Chorus 4 </a:t>
            </a:r>
            <a:r>
              <a:rPr lang="en-US" sz="3100" dirty="0"/>
              <a:t> (2 of 2)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C0FF65-8523-D2EA-1FC2-8C7714B56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70" y="2329444"/>
            <a:ext cx="11274464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It’s the next phase, new wave, dance craze, anyways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it’s still rock and roll to me.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9C18E-830B-2CE0-0201-BE08ED88F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7B070-8229-E43C-C96D-13ABD2218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24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915907-E63E-31C2-0BE8-0B91264B6A27}"/>
              </a:ext>
            </a:extLst>
          </p:cNvPr>
          <p:cNvSpPr/>
          <p:nvPr/>
        </p:nvSpPr>
        <p:spPr>
          <a:xfrm>
            <a:off x="8307421" y="5301573"/>
            <a:ext cx="3749364" cy="1234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</a:rPr>
              <a:t>Next: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C                     Em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Everybody’s </a:t>
            </a:r>
            <a:r>
              <a:rPr lang="en-US" sz="2400" b="1" dirty="0" err="1">
                <a:solidFill>
                  <a:schemeClr val="tx1"/>
                </a:solidFill>
              </a:rPr>
              <a:t>talkin</a:t>
            </a:r>
            <a:r>
              <a:rPr lang="en-US" sz="2400" b="1" dirty="0">
                <a:solidFill>
                  <a:schemeClr val="tx1"/>
                </a:solidFill>
              </a:rPr>
              <a:t>’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EE2F77-59BD-91A2-D0F5-BD03E3D88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66087" y="3356583"/>
            <a:ext cx="765730" cy="1395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876FCC-E4C1-A338-9B8A-641EA57CBC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81474" y="870104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7644D3-A3BC-CBC5-2710-9E0620CD5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83815" y="870103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E6812D-7D35-B139-5BFE-D6B62F87D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80688" y="879832"/>
            <a:ext cx="801512" cy="1395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DBD30E-0326-D3E8-0FAE-A056843B8E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0233" y="3340093"/>
            <a:ext cx="815825" cy="13956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B6F743-1282-3194-3218-F35272FE3C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07365" y="3356584"/>
            <a:ext cx="825432" cy="13956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39EF3A1-2548-6238-24A5-42F7ADB11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58" y="900049"/>
            <a:ext cx="825432" cy="13956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799F63F-403E-30BD-491F-9EB2905EE5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8327" y="3356584"/>
            <a:ext cx="825432" cy="139568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CAFC7BA-38BE-E051-0B77-A4A76464F9F6}"/>
              </a:ext>
            </a:extLst>
          </p:cNvPr>
          <p:cNvSpPr/>
          <p:nvPr/>
        </p:nvSpPr>
        <p:spPr>
          <a:xfrm>
            <a:off x="6663373" y="816204"/>
            <a:ext cx="3706312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96C4C3-36C4-20D4-7BAC-9CF928F8F8CD}"/>
              </a:ext>
            </a:extLst>
          </p:cNvPr>
          <p:cNvSpPr/>
          <p:nvPr/>
        </p:nvSpPr>
        <p:spPr>
          <a:xfrm>
            <a:off x="1366033" y="3313143"/>
            <a:ext cx="3473093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0DAEE8-D213-5B19-714E-362398122921}"/>
              </a:ext>
            </a:extLst>
          </p:cNvPr>
          <p:cNvSpPr/>
          <p:nvPr/>
        </p:nvSpPr>
        <p:spPr>
          <a:xfrm>
            <a:off x="5218327" y="3313143"/>
            <a:ext cx="2355432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84012F-4848-8AE5-F6DB-229F517E10A5}"/>
              </a:ext>
            </a:extLst>
          </p:cNvPr>
          <p:cNvSpPr/>
          <p:nvPr/>
        </p:nvSpPr>
        <p:spPr>
          <a:xfrm>
            <a:off x="2286057" y="816204"/>
            <a:ext cx="3394895" cy="140614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93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2B6AB-A342-47AD-10B0-D1BD62F0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2469D-CBEF-89B7-F483-ED57FD14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54"/>
            <a:ext cx="10515600" cy="623166"/>
          </a:xfrm>
        </p:spPr>
        <p:txBody>
          <a:bodyPr>
            <a:normAutofit fontScale="90000"/>
          </a:bodyPr>
          <a:lstStyle/>
          <a:p>
            <a:r>
              <a:rPr lang="en-US" dirty="0"/>
              <a:t>Ending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96337F4-DD6B-3ADB-E66F-36FCB16D4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0185"/>
            <a:ext cx="11274464" cy="3237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Everybody’s </a:t>
            </a:r>
            <a:r>
              <a:rPr lang="en-US" b="1" dirty="0" err="1"/>
              <a:t>talkin</a:t>
            </a:r>
            <a:r>
              <a:rPr lang="en-US" b="1" dirty="0"/>
              <a:t>’ ’bout the new sound. Funny,</a:t>
            </a:r>
          </a:p>
          <a:p>
            <a:pPr marL="0" indent="0">
              <a:buNone/>
            </a:pPr>
            <a:r>
              <a:rPr lang="en-US" b="1" dirty="0"/>
              <a:t>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but it’s still rock and roll to me.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6B6A7-90D3-F904-2E78-ED4057697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Tuesday Ukes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A0BB2-061F-0414-E138-E1F214259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DDC54-AE08-0B17-B824-25963FDB8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6197" y="4462424"/>
            <a:ext cx="765730" cy="1395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4406B4-4276-D20B-BB68-D27AA9A937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32148" y="1375949"/>
            <a:ext cx="844450" cy="1395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F98BDA-7360-6AF1-0054-D3507FF669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5432" y="1375948"/>
            <a:ext cx="772887" cy="1395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DAE89D-1E3A-60A6-91D5-AED825C0BB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33190" y="1405893"/>
            <a:ext cx="801512" cy="1395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006405-478D-26E8-C45C-76A1E7FA06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3520" y="4445934"/>
            <a:ext cx="815825" cy="13956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498030-2472-433B-6FBD-C8AE21DA50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2730" y="1405894"/>
            <a:ext cx="825432" cy="13956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EB5606-FB7E-F8D1-5FDB-2F40C63FB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77147" y="4462425"/>
            <a:ext cx="825432" cy="1395683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D9BD9BFB-DA35-1E6B-FA6F-5C1735CCF662}"/>
              </a:ext>
            </a:extLst>
          </p:cNvPr>
          <p:cNvSpPr/>
          <p:nvPr/>
        </p:nvSpPr>
        <p:spPr>
          <a:xfrm>
            <a:off x="1072520" y="817669"/>
            <a:ext cx="445851" cy="5787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EEB20359-89C9-4CD7-1EB0-F1B19B70D253}"/>
              </a:ext>
            </a:extLst>
          </p:cNvPr>
          <p:cNvSpPr/>
          <p:nvPr/>
        </p:nvSpPr>
        <p:spPr>
          <a:xfrm>
            <a:off x="3531447" y="791766"/>
            <a:ext cx="445851" cy="5787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5469783-11C0-640A-2D04-15B3A4FCB2E9}"/>
              </a:ext>
            </a:extLst>
          </p:cNvPr>
          <p:cNvSpPr/>
          <p:nvPr/>
        </p:nvSpPr>
        <p:spPr>
          <a:xfrm>
            <a:off x="6611491" y="733496"/>
            <a:ext cx="445851" cy="5787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BC9473A-1B35-F72E-CE61-6C05EF79655D}"/>
              </a:ext>
            </a:extLst>
          </p:cNvPr>
          <p:cNvSpPr/>
          <p:nvPr/>
        </p:nvSpPr>
        <p:spPr>
          <a:xfrm>
            <a:off x="9011020" y="802881"/>
            <a:ext cx="445851" cy="5787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F8D73A41-C9B4-0509-169C-F64A9BD2D87C}"/>
              </a:ext>
            </a:extLst>
          </p:cNvPr>
          <p:cNvSpPr/>
          <p:nvPr/>
        </p:nvSpPr>
        <p:spPr>
          <a:xfrm>
            <a:off x="2528426" y="3678931"/>
            <a:ext cx="445851" cy="5787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FCC0B8AC-685A-E822-E745-AE8116BDB701}"/>
              </a:ext>
            </a:extLst>
          </p:cNvPr>
          <p:cNvSpPr/>
          <p:nvPr/>
        </p:nvSpPr>
        <p:spPr>
          <a:xfrm>
            <a:off x="4987353" y="3653028"/>
            <a:ext cx="445851" cy="5787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ACAE5421-D980-E6DD-0E40-2F3B188AA9A3}"/>
              </a:ext>
            </a:extLst>
          </p:cNvPr>
          <p:cNvSpPr/>
          <p:nvPr/>
        </p:nvSpPr>
        <p:spPr>
          <a:xfrm>
            <a:off x="6165640" y="3678931"/>
            <a:ext cx="445851" cy="5787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8AC8929-FA58-1E5A-8345-A8A6B383A4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607" y="4502685"/>
            <a:ext cx="778362" cy="135542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3E98CAE-A6BA-663E-05E3-10E8FEE02492}"/>
              </a:ext>
            </a:extLst>
          </p:cNvPr>
          <p:cNvSpPr txBox="1"/>
          <p:nvPr/>
        </p:nvSpPr>
        <p:spPr>
          <a:xfrm>
            <a:off x="8182214" y="3653028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[HOLD]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0196D87E-D2E7-11C9-6D74-F591AC630290}"/>
              </a:ext>
            </a:extLst>
          </p:cNvPr>
          <p:cNvSpPr/>
          <p:nvPr/>
        </p:nvSpPr>
        <p:spPr>
          <a:xfrm>
            <a:off x="7614862" y="3678931"/>
            <a:ext cx="445851" cy="578796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F747B15-E766-5F67-53DA-C109817A04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56" y="808228"/>
            <a:ext cx="576869" cy="51999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2DDCB0E-DFD9-FA2A-E84A-4DE057B1B3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661" y="768632"/>
            <a:ext cx="576869" cy="51999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42A8482-EF08-6062-DC7B-E3C6C65C8F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091" y="725780"/>
            <a:ext cx="576869" cy="51999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858F913-35D7-6900-28F0-013FDC0522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619" y="785900"/>
            <a:ext cx="576869" cy="51999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38713CB-43FA-3675-AB73-1837F0863D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603" y="3678088"/>
            <a:ext cx="576869" cy="51999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B7254B7-F07D-7F55-7187-4A7F61D2FE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270" y="3653028"/>
            <a:ext cx="576869" cy="51999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C30BA39-5A41-C83F-55F8-59ADA6A273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038" y="3640093"/>
            <a:ext cx="576869" cy="519994"/>
          </a:xfrm>
          <a:prstGeom prst="rect">
            <a:avLst/>
          </a:prstGeom>
        </p:spPr>
      </p:pic>
      <p:sp>
        <p:nvSpPr>
          <p:cNvPr id="43" name="Scroll: Horizontal 42">
            <a:extLst>
              <a:ext uri="{FF2B5EF4-FFF2-40B4-BE49-F238E27FC236}">
                <a16:creationId xmlns:a16="http://schemas.microsoft.com/office/drawing/2014/main" id="{4D3D4437-8210-BE80-33E4-BD770CBC0B57}"/>
              </a:ext>
            </a:extLst>
          </p:cNvPr>
          <p:cNvSpPr/>
          <p:nvPr/>
        </p:nvSpPr>
        <p:spPr>
          <a:xfrm>
            <a:off x="8833190" y="4362472"/>
            <a:ext cx="3024866" cy="1598613"/>
          </a:xfrm>
          <a:prstGeom prst="horizontalScroll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Thanks y’all!!!</a:t>
            </a:r>
          </a:p>
        </p:txBody>
      </p:sp>
    </p:spTree>
    <p:extLst>
      <p:ext uri="{BB962C8B-B14F-4D97-AF65-F5344CB8AC3E}">
        <p14:creationId xmlns:p14="http://schemas.microsoft.com/office/powerpoint/2010/main" val="1069451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83C35-18B1-BA8B-C876-4D6F8E5A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A5DD-414A-68D8-5E23-236C72DC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C0C6-0CB2-48C6-B1DB-FF4F49800D63}" type="slidenum">
              <a:rPr lang="en-US" smtClean="0"/>
              <a:t>26</a:t>
            </a:fld>
            <a:endParaRPr lang="en-US"/>
          </a:p>
        </p:txBody>
      </p:sp>
      <p:sp>
        <p:nvSpPr>
          <p:cNvPr id="4" name="Title 17">
            <a:extLst>
              <a:ext uri="{FF2B5EF4-FFF2-40B4-BE49-F238E27FC236}">
                <a16:creationId xmlns:a16="http://schemas.microsoft.com/office/drawing/2014/main" id="{D15D388E-FF3A-2BA0-6CF6-0AE878D4F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0535" y="1737065"/>
            <a:ext cx="3690026" cy="3383868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>
            <a:normAutofit/>
          </a:bodyPr>
          <a:lstStyle/>
          <a:p>
            <a:r>
              <a:rPr lang="en-US" sz="4800" b="1" i="1" dirty="0"/>
              <a:t>In memory of Kevin Jolly -- founder and inspiration of Tuesday Ukes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FA430-89B6-A88B-8DAA-9305EE603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430" y="602574"/>
            <a:ext cx="4239638" cy="5652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306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922</Words>
  <Application>Microsoft Office PowerPoint</Application>
  <PresentationFormat>Widescreen</PresentationFormat>
  <Paragraphs>279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Office Theme</vt:lpstr>
      <vt:lpstr>PowerPoint Presentation</vt:lpstr>
      <vt:lpstr>Intro </vt:lpstr>
      <vt:lpstr>Verse 1  (1 of 2)</vt:lpstr>
      <vt:lpstr>Verse 1  (2 of 2)</vt:lpstr>
      <vt:lpstr>Chorus 1  (1 of 2)</vt:lpstr>
      <vt:lpstr>Chorus 1  (2 of 2)</vt:lpstr>
      <vt:lpstr>Verse 2  (1 of 2)</vt:lpstr>
      <vt:lpstr>Verse 2  (2 of 2)</vt:lpstr>
      <vt:lpstr>Chorus 2  (1 of 2)</vt:lpstr>
      <vt:lpstr>Chorus 2  (2 of 2)</vt:lpstr>
      <vt:lpstr>Bridge 1  (1 of 3)</vt:lpstr>
      <vt:lpstr>Bridge 1  (2 of 3)</vt:lpstr>
      <vt:lpstr>Bridge 1  (3 of 3)</vt:lpstr>
      <vt:lpstr>Verse 3  (1 of 2)</vt:lpstr>
      <vt:lpstr>Verse 3  (2 of 2)</vt:lpstr>
      <vt:lpstr>Chorus 3  (1 of 2)</vt:lpstr>
      <vt:lpstr>Chorus 3  (2 of 2)</vt:lpstr>
      <vt:lpstr>Bridge 2 – Instrumental / scat (1 of 3)</vt:lpstr>
      <vt:lpstr>Bridge 2  (2 of 3)</vt:lpstr>
      <vt:lpstr>Bridge 2  (3 of 3)</vt:lpstr>
      <vt:lpstr>Verse 4  (1 of 2)</vt:lpstr>
      <vt:lpstr>Verse 4  (2 of 2)</vt:lpstr>
      <vt:lpstr>Chorus 4  (1 of 2)</vt:lpstr>
      <vt:lpstr>Chorus 4  (2 of 2)</vt:lpstr>
      <vt:lpstr>Ending</vt:lpstr>
      <vt:lpstr>In memory of Kevin Jolly -- founder and inspiration of Tuesday Ukes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Scrudder</dc:creator>
  <cp:lastModifiedBy>Roy Scrudder</cp:lastModifiedBy>
  <cp:revision>58</cp:revision>
  <cp:lastPrinted>2026-07-05T21:03:49Z</cp:lastPrinted>
  <dcterms:created xsi:type="dcterms:W3CDTF">2026-06-26T19:28:14Z</dcterms:created>
  <dcterms:modified xsi:type="dcterms:W3CDTF">2026-07-05T21:04:03Z</dcterms:modified>
</cp:coreProperties>
</file>